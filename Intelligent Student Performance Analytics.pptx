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3" r:id="rId8"/>
    <p:sldId id="261" r:id="rId9"/>
    <p:sldId id="262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8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AC51B4-192F-41F6-A0A6-3FFABF0C0E8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009B4F8-7E78-4C75-9115-2CFC58AEAAD7}">
      <dgm:prSet/>
      <dgm:spPr/>
      <dgm:t>
        <a:bodyPr/>
        <a:lstStyle/>
        <a:p>
          <a:r>
            <a:rPr lang="en-US" b="1" i="0" baseline="0"/>
            <a:t>Understanding Potential:</a:t>
          </a:r>
          <a:r>
            <a:rPr lang="en-US" b="0" i="0" baseline="0"/>
            <a:t> Analyzing how students perform is important for identifying weak areas, learning gaps, and overall potential.</a:t>
          </a:r>
          <a:endParaRPr lang="en-US"/>
        </a:p>
      </dgm:t>
    </dgm:pt>
    <dgm:pt modelId="{4ABEB2B3-AE66-4506-9AC9-9CFD51879402}" type="parTrans" cxnId="{77F979B1-7A94-41DD-896C-97CF90879B3A}">
      <dgm:prSet/>
      <dgm:spPr/>
      <dgm:t>
        <a:bodyPr/>
        <a:lstStyle/>
        <a:p>
          <a:endParaRPr lang="en-US"/>
        </a:p>
      </dgm:t>
    </dgm:pt>
    <dgm:pt modelId="{2566D065-14DA-4EBC-9E94-02FEFBB0BF70}" type="sibTrans" cxnId="{77F979B1-7A94-41DD-896C-97CF90879B3A}">
      <dgm:prSet/>
      <dgm:spPr/>
      <dgm:t>
        <a:bodyPr/>
        <a:lstStyle/>
        <a:p>
          <a:endParaRPr lang="en-US"/>
        </a:p>
      </dgm:t>
    </dgm:pt>
    <dgm:pt modelId="{A5369100-7C4B-474C-AFE7-ECFD980BBA31}">
      <dgm:prSet/>
      <dgm:spPr/>
      <dgm:t>
        <a:bodyPr/>
        <a:lstStyle/>
        <a:p>
          <a:r>
            <a:rPr lang="en-US" b="1" i="0" baseline="0"/>
            <a:t>Core Objective:</a:t>
          </a:r>
          <a:r>
            <a:rPr lang="en-US" b="0" i="0" baseline="0"/>
            <a:t> This project utilizes machine learning techniques to study past student data and predict future performance.</a:t>
          </a:r>
          <a:endParaRPr lang="en-US"/>
        </a:p>
      </dgm:t>
    </dgm:pt>
    <dgm:pt modelId="{D2170E6B-6A49-4E5B-B9A7-38C1541AD4EF}" type="parTrans" cxnId="{9282BE0C-132A-40A0-949D-5A790DDA82B7}">
      <dgm:prSet/>
      <dgm:spPr/>
      <dgm:t>
        <a:bodyPr/>
        <a:lstStyle/>
        <a:p>
          <a:endParaRPr lang="en-US"/>
        </a:p>
      </dgm:t>
    </dgm:pt>
    <dgm:pt modelId="{39A80092-6E82-42BC-A793-1AAC616A5F88}" type="sibTrans" cxnId="{9282BE0C-132A-40A0-949D-5A790DDA82B7}">
      <dgm:prSet/>
      <dgm:spPr/>
      <dgm:t>
        <a:bodyPr/>
        <a:lstStyle/>
        <a:p>
          <a:endParaRPr lang="en-US"/>
        </a:p>
      </dgm:t>
    </dgm:pt>
    <dgm:pt modelId="{82A477C2-5A48-4082-80FB-850645A23E34}">
      <dgm:prSet/>
      <dgm:spPr/>
      <dgm:t>
        <a:bodyPr/>
        <a:lstStyle/>
        <a:p>
          <a:r>
            <a:rPr lang="en-US" b="1" i="0" baseline="0"/>
            <a:t>Two-Part Approach:</a:t>
          </a:r>
          <a:r>
            <a:rPr lang="en-US" b="0" i="0" baseline="0"/>
            <a:t> The study applies supervised learning to predict scores and unsupervised clustering to group students based on behavior and academics.</a:t>
          </a:r>
          <a:endParaRPr lang="en-US"/>
        </a:p>
      </dgm:t>
    </dgm:pt>
    <dgm:pt modelId="{E7854D8E-3FB6-4F66-8282-C157C609CA47}" type="parTrans" cxnId="{CB1BDD97-A9C7-406E-8041-24E4A70EDBD8}">
      <dgm:prSet/>
      <dgm:spPr/>
      <dgm:t>
        <a:bodyPr/>
        <a:lstStyle/>
        <a:p>
          <a:endParaRPr lang="en-US"/>
        </a:p>
      </dgm:t>
    </dgm:pt>
    <dgm:pt modelId="{1A21D2FE-2E50-4ADB-8C04-BD68D0C7292E}" type="sibTrans" cxnId="{CB1BDD97-A9C7-406E-8041-24E4A70EDBD8}">
      <dgm:prSet/>
      <dgm:spPr/>
      <dgm:t>
        <a:bodyPr/>
        <a:lstStyle/>
        <a:p>
          <a:endParaRPr lang="en-US"/>
        </a:p>
      </dgm:t>
    </dgm:pt>
    <dgm:pt modelId="{763E34CB-CD23-46F5-9792-8CA700C77A36}">
      <dgm:prSet/>
      <dgm:spPr/>
      <dgm:t>
        <a:bodyPr/>
        <a:lstStyle/>
        <a:p>
          <a:r>
            <a:rPr lang="en-US" b="1" i="0" baseline="0"/>
            <a:t>Ultimate Goal:</a:t>
          </a:r>
          <a:r>
            <a:rPr lang="en-US" b="0" i="0" baseline="0"/>
            <a:t> These insights aim to help improve the education system and support students more effectively.</a:t>
          </a:r>
          <a:endParaRPr lang="en-US"/>
        </a:p>
      </dgm:t>
    </dgm:pt>
    <dgm:pt modelId="{FA2A348D-5FC4-4869-B91A-D9C1E1173E82}" type="parTrans" cxnId="{928F0913-647A-432E-B525-AF5AC8DF7B08}">
      <dgm:prSet/>
      <dgm:spPr/>
      <dgm:t>
        <a:bodyPr/>
        <a:lstStyle/>
        <a:p>
          <a:endParaRPr lang="en-US"/>
        </a:p>
      </dgm:t>
    </dgm:pt>
    <dgm:pt modelId="{7D33275B-D11F-4E50-8FA1-4DA8A598C3DD}" type="sibTrans" cxnId="{928F0913-647A-432E-B525-AF5AC8DF7B08}">
      <dgm:prSet/>
      <dgm:spPr/>
      <dgm:t>
        <a:bodyPr/>
        <a:lstStyle/>
        <a:p>
          <a:endParaRPr lang="en-US"/>
        </a:p>
      </dgm:t>
    </dgm:pt>
    <dgm:pt modelId="{ECEACADE-3173-48C1-A144-17467CC3EE92}" type="pres">
      <dgm:prSet presAssocID="{7BAC51B4-192F-41F6-A0A6-3FFABF0C0E82}" presName="root" presStyleCnt="0">
        <dgm:presLayoutVars>
          <dgm:dir/>
          <dgm:resizeHandles val="exact"/>
        </dgm:presLayoutVars>
      </dgm:prSet>
      <dgm:spPr/>
    </dgm:pt>
    <dgm:pt modelId="{76E52F29-8B0C-454C-A032-81AD6FA18A49}" type="pres">
      <dgm:prSet presAssocID="{4009B4F8-7E78-4C75-9115-2CFC58AEAAD7}" presName="compNode" presStyleCnt="0"/>
      <dgm:spPr/>
    </dgm:pt>
    <dgm:pt modelId="{61374451-9D32-4DBA-84BB-45F295B9B857}" type="pres">
      <dgm:prSet presAssocID="{4009B4F8-7E78-4C75-9115-2CFC58AEAAD7}" presName="bgRect" presStyleLbl="bgShp" presStyleIdx="0" presStyleCnt="4"/>
      <dgm:spPr/>
    </dgm:pt>
    <dgm:pt modelId="{2DB49CBA-8BB7-430D-B6B5-CEEC5D64D28B}" type="pres">
      <dgm:prSet presAssocID="{4009B4F8-7E78-4C75-9115-2CFC58AEAAD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E3F435DD-6B5A-41AD-BDA2-0B188670E4D8}" type="pres">
      <dgm:prSet presAssocID="{4009B4F8-7E78-4C75-9115-2CFC58AEAAD7}" presName="spaceRect" presStyleCnt="0"/>
      <dgm:spPr/>
    </dgm:pt>
    <dgm:pt modelId="{6B4F8A12-0A3E-45EA-8CEF-0B9D35F3426E}" type="pres">
      <dgm:prSet presAssocID="{4009B4F8-7E78-4C75-9115-2CFC58AEAAD7}" presName="parTx" presStyleLbl="revTx" presStyleIdx="0" presStyleCnt="4">
        <dgm:presLayoutVars>
          <dgm:chMax val="0"/>
          <dgm:chPref val="0"/>
        </dgm:presLayoutVars>
      </dgm:prSet>
      <dgm:spPr/>
    </dgm:pt>
    <dgm:pt modelId="{A5483E3E-2916-49A8-AC28-EDAD61605A93}" type="pres">
      <dgm:prSet presAssocID="{2566D065-14DA-4EBC-9E94-02FEFBB0BF70}" presName="sibTrans" presStyleCnt="0"/>
      <dgm:spPr/>
    </dgm:pt>
    <dgm:pt modelId="{23E98619-79AE-4661-9557-CE4B40CBDBE9}" type="pres">
      <dgm:prSet presAssocID="{A5369100-7C4B-474C-AFE7-ECFD980BBA31}" presName="compNode" presStyleCnt="0"/>
      <dgm:spPr/>
    </dgm:pt>
    <dgm:pt modelId="{BA246CF6-229C-4FD5-972D-A31C542D8CAE}" type="pres">
      <dgm:prSet presAssocID="{A5369100-7C4B-474C-AFE7-ECFD980BBA31}" presName="bgRect" presStyleLbl="bgShp" presStyleIdx="1" presStyleCnt="4"/>
      <dgm:spPr/>
    </dgm:pt>
    <dgm:pt modelId="{72ED154D-0E49-42DC-9EDF-194C3EAD8DA7}" type="pres">
      <dgm:prSet presAssocID="{A5369100-7C4B-474C-AFE7-ECFD980BBA3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1D70009-2FD6-4F21-9A0C-9CDB176DA152}" type="pres">
      <dgm:prSet presAssocID="{A5369100-7C4B-474C-AFE7-ECFD980BBA31}" presName="spaceRect" presStyleCnt="0"/>
      <dgm:spPr/>
    </dgm:pt>
    <dgm:pt modelId="{96D41A59-7D90-425E-85BE-3EA88301ABA8}" type="pres">
      <dgm:prSet presAssocID="{A5369100-7C4B-474C-AFE7-ECFD980BBA31}" presName="parTx" presStyleLbl="revTx" presStyleIdx="1" presStyleCnt="4">
        <dgm:presLayoutVars>
          <dgm:chMax val="0"/>
          <dgm:chPref val="0"/>
        </dgm:presLayoutVars>
      </dgm:prSet>
      <dgm:spPr/>
    </dgm:pt>
    <dgm:pt modelId="{CC8DC5C1-2F51-49FE-851F-3C35E3AC4A2F}" type="pres">
      <dgm:prSet presAssocID="{39A80092-6E82-42BC-A793-1AAC616A5F88}" presName="sibTrans" presStyleCnt="0"/>
      <dgm:spPr/>
    </dgm:pt>
    <dgm:pt modelId="{5C2EF001-9AD6-44D0-80B6-1E0BEFF5E818}" type="pres">
      <dgm:prSet presAssocID="{82A477C2-5A48-4082-80FB-850645A23E34}" presName="compNode" presStyleCnt="0"/>
      <dgm:spPr/>
    </dgm:pt>
    <dgm:pt modelId="{BBE14C8A-17E2-4277-8ACD-A787589D66DC}" type="pres">
      <dgm:prSet presAssocID="{82A477C2-5A48-4082-80FB-850645A23E34}" presName="bgRect" presStyleLbl="bgShp" presStyleIdx="2" presStyleCnt="4"/>
      <dgm:spPr/>
    </dgm:pt>
    <dgm:pt modelId="{FA2FADB0-2449-43D6-81DF-1417F386ECCE}" type="pres">
      <dgm:prSet presAssocID="{82A477C2-5A48-4082-80FB-850645A23E3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6803101F-DE9F-45ED-B978-42E9D1E42A2A}" type="pres">
      <dgm:prSet presAssocID="{82A477C2-5A48-4082-80FB-850645A23E34}" presName="spaceRect" presStyleCnt="0"/>
      <dgm:spPr/>
    </dgm:pt>
    <dgm:pt modelId="{37032D21-8571-41AE-9B7C-026D000FAD64}" type="pres">
      <dgm:prSet presAssocID="{82A477C2-5A48-4082-80FB-850645A23E34}" presName="parTx" presStyleLbl="revTx" presStyleIdx="2" presStyleCnt="4">
        <dgm:presLayoutVars>
          <dgm:chMax val="0"/>
          <dgm:chPref val="0"/>
        </dgm:presLayoutVars>
      </dgm:prSet>
      <dgm:spPr/>
    </dgm:pt>
    <dgm:pt modelId="{141BE0A7-943A-4619-BEB5-216E1CDCFF4B}" type="pres">
      <dgm:prSet presAssocID="{1A21D2FE-2E50-4ADB-8C04-BD68D0C7292E}" presName="sibTrans" presStyleCnt="0"/>
      <dgm:spPr/>
    </dgm:pt>
    <dgm:pt modelId="{9AB515B6-B2C4-45F0-AD7C-BFA6350F4C35}" type="pres">
      <dgm:prSet presAssocID="{763E34CB-CD23-46F5-9792-8CA700C77A36}" presName="compNode" presStyleCnt="0"/>
      <dgm:spPr/>
    </dgm:pt>
    <dgm:pt modelId="{9256AE6A-92FB-47DC-986E-2B7E8E1168BC}" type="pres">
      <dgm:prSet presAssocID="{763E34CB-CD23-46F5-9792-8CA700C77A36}" presName="bgRect" presStyleLbl="bgShp" presStyleIdx="3" presStyleCnt="4"/>
      <dgm:spPr/>
    </dgm:pt>
    <dgm:pt modelId="{1963AA3D-2B3A-4D89-86F6-959DB54725F3}" type="pres">
      <dgm:prSet presAssocID="{763E34CB-CD23-46F5-9792-8CA700C77A3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18D05E0-1DB9-47A3-8E18-F4A8BF1BADB5}" type="pres">
      <dgm:prSet presAssocID="{763E34CB-CD23-46F5-9792-8CA700C77A36}" presName="spaceRect" presStyleCnt="0"/>
      <dgm:spPr/>
    </dgm:pt>
    <dgm:pt modelId="{92FB6AB8-82AD-4ADC-B213-25E38434CDA6}" type="pres">
      <dgm:prSet presAssocID="{763E34CB-CD23-46F5-9792-8CA700C77A3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282BE0C-132A-40A0-949D-5A790DDA82B7}" srcId="{7BAC51B4-192F-41F6-A0A6-3FFABF0C0E82}" destId="{A5369100-7C4B-474C-AFE7-ECFD980BBA31}" srcOrd="1" destOrd="0" parTransId="{D2170E6B-6A49-4E5B-B9A7-38C1541AD4EF}" sibTransId="{39A80092-6E82-42BC-A793-1AAC616A5F88}"/>
    <dgm:cxn modelId="{928F0913-647A-432E-B525-AF5AC8DF7B08}" srcId="{7BAC51B4-192F-41F6-A0A6-3FFABF0C0E82}" destId="{763E34CB-CD23-46F5-9792-8CA700C77A36}" srcOrd="3" destOrd="0" parTransId="{FA2A348D-5FC4-4869-B91A-D9C1E1173E82}" sibTransId="{7D33275B-D11F-4E50-8FA1-4DA8A598C3DD}"/>
    <dgm:cxn modelId="{6309C725-BCF9-4D56-909B-919C490B26C9}" type="presOf" srcId="{763E34CB-CD23-46F5-9792-8CA700C77A36}" destId="{92FB6AB8-82AD-4ADC-B213-25E38434CDA6}" srcOrd="0" destOrd="0" presId="urn:microsoft.com/office/officeart/2018/2/layout/IconVerticalSolidList"/>
    <dgm:cxn modelId="{B132A36E-FB3C-44E3-9092-667A3E20965A}" type="presOf" srcId="{A5369100-7C4B-474C-AFE7-ECFD980BBA31}" destId="{96D41A59-7D90-425E-85BE-3EA88301ABA8}" srcOrd="0" destOrd="0" presId="urn:microsoft.com/office/officeart/2018/2/layout/IconVerticalSolidList"/>
    <dgm:cxn modelId="{747FD281-2106-4C72-BDE3-A06EBB601DEC}" type="presOf" srcId="{82A477C2-5A48-4082-80FB-850645A23E34}" destId="{37032D21-8571-41AE-9B7C-026D000FAD64}" srcOrd="0" destOrd="0" presId="urn:microsoft.com/office/officeart/2018/2/layout/IconVerticalSolidList"/>
    <dgm:cxn modelId="{3F66688E-5FB7-4751-802A-1A4FCB56FCBC}" type="presOf" srcId="{4009B4F8-7E78-4C75-9115-2CFC58AEAAD7}" destId="{6B4F8A12-0A3E-45EA-8CEF-0B9D35F3426E}" srcOrd="0" destOrd="0" presId="urn:microsoft.com/office/officeart/2018/2/layout/IconVerticalSolidList"/>
    <dgm:cxn modelId="{CB1BDD97-A9C7-406E-8041-24E4A70EDBD8}" srcId="{7BAC51B4-192F-41F6-A0A6-3FFABF0C0E82}" destId="{82A477C2-5A48-4082-80FB-850645A23E34}" srcOrd="2" destOrd="0" parTransId="{E7854D8E-3FB6-4F66-8282-C157C609CA47}" sibTransId="{1A21D2FE-2E50-4ADB-8C04-BD68D0C7292E}"/>
    <dgm:cxn modelId="{77F979B1-7A94-41DD-896C-97CF90879B3A}" srcId="{7BAC51B4-192F-41F6-A0A6-3FFABF0C0E82}" destId="{4009B4F8-7E78-4C75-9115-2CFC58AEAAD7}" srcOrd="0" destOrd="0" parTransId="{4ABEB2B3-AE66-4506-9AC9-9CFD51879402}" sibTransId="{2566D065-14DA-4EBC-9E94-02FEFBB0BF70}"/>
    <dgm:cxn modelId="{17DD44D9-A18A-4A12-A039-0B038600FF3D}" type="presOf" srcId="{7BAC51B4-192F-41F6-A0A6-3FFABF0C0E82}" destId="{ECEACADE-3173-48C1-A144-17467CC3EE92}" srcOrd="0" destOrd="0" presId="urn:microsoft.com/office/officeart/2018/2/layout/IconVerticalSolidList"/>
    <dgm:cxn modelId="{EAE402CF-F466-425C-BBDE-4032CAFAD525}" type="presParOf" srcId="{ECEACADE-3173-48C1-A144-17467CC3EE92}" destId="{76E52F29-8B0C-454C-A032-81AD6FA18A49}" srcOrd="0" destOrd="0" presId="urn:microsoft.com/office/officeart/2018/2/layout/IconVerticalSolidList"/>
    <dgm:cxn modelId="{C8FE3968-564C-4829-8005-A144720B6F9C}" type="presParOf" srcId="{76E52F29-8B0C-454C-A032-81AD6FA18A49}" destId="{61374451-9D32-4DBA-84BB-45F295B9B857}" srcOrd="0" destOrd="0" presId="urn:microsoft.com/office/officeart/2018/2/layout/IconVerticalSolidList"/>
    <dgm:cxn modelId="{0A4619AE-A00D-4C75-A424-10A300CF2709}" type="presParOf" srcId="{76E52F29-8B0C-454C-A032-81AD6FA18A49}" destId="{2DB49CBA-8BB7-430D-B6B5-CEEC5D64D28B}" srcOrd="1" destOrd="0" presId="urn:microsoft.com/office/officeart/2018/2/layout/IconVerticalSolidList"/>
    <dgm:cxn modelId="{CDFB8807-07C8-4BAA-A6AE-FFADCFAA5C57}" type="presParOf" srcId="{76E52F29-8B0C-454C-A032-81AD6FA18A49}" destId="{E3F435DD-6B5A-41AD-BDA2-0B188670E4D8}" srcOrd="2" destOrd="0" presId="urn:microsoft.com/office/officeart/2018/2/layout/IconVerticalSolidList"/>
    <dgm:cxn modelId="{EC18E994-1FB8-47DF-A6F4-FC71FE630CAE}" type="presParOf" srcId="{76E52F29-8B0C-454C-A032-81AD6FA18A49}" destId="{6B4F8A12-0A3E-45EA-8CEF-0B9D35F3426E}" srcOrd="3" destOrd="0" presId="urn:microsoft.com/office/officeart/2018/2/layout/IconVerticalSolidList"/>
    <dgm:cxn modelId="{D53FAB1C-CC28-4895-A6CA-C21E5879F799}" type="presParOf" srcId="{ECEACADE-3173-48C1-A144-17467CC3EE92}" destId="{A5483E3E-2916-49A8-AC28-EDAD61605A93}" srcOrd="1" destOrd="0" presId="urn:microsoft.com/office/officeart/2018/2/layout/IconVerticalSolidList"/>
    <dgm:cxn modelId="{EA481F47-25B5-466F-BD73-1FCD0099AEC8}" type="presParOf" srcId="{ECEACADE-3173-48C1-A144-17467CC3EE92}" destId="{23E98619-79AE-4661-9557-CE4B40CBDBE9}" srcOrd="2" destOrd="0" presId="urn:microsoft.com/office/officeart/2018/2/layout/IconVerticalSolidList"/>
    <dgm:cxn modelId="{55B89EFD-DEF9-4A94-990B-F03D88CA7266}" type="presParOf" srcId="{23E98619-79AE-4661-9557-CE4B40CBDBE9}" destId="{BA246CF6-229C-4FD5-972D-A31C542D8CAE}" srcOrd="0" destOrd="0" presId="urn:microsoft.com/office/officeart/2018/2/layout/IconVerticalSolidList"/>
    <dgm:cxn modelId="{900775A1-AB28-4466-954F-66D36B219A29}" type="presParOf" srcId="{23E98619-79AE-4661-9557-CE4B40CBDBE9}" destId="{72ED154D-0E49-42DC-9EDF-194C3EAD8DA7}" srcOrd="1" destOrd="0" presId="urn:microsoft.com/office/officeart/2018/2/layout/IconVerticalSolidList"/>
    <dgm:cxn modelId="{5174854F-301D-45B4-96FD-2549AEED2BDE}" type="presParOf" srcId="{23E98619-79AE-4661-9557-CE4B40CBDBE9}" destId="{41D70009-2FD6-4F21-9A0C-9CDB176DA152}" srcOrd="2" destOrd="0" presId="urn:microsoft.com/office/officeart/2018/2/layout/IconVerticalSolidList"/>
    <dgm:cxn modelId="{C114A482-D8FE-4C96-8BC5-E4A078A36CD8}" type="presParOf" srcId="{23E98619-79AE-4661-9557-CE4B40CBDBE9}" destId="{96D41A59-7D90-425E-85BE-3EA88301ABA8}" srcOrd="3" destOrd="0" presId="urn:microsoft.com/office/officeart/2018/2/layout/IconVerticalSolidList"/>
    <dgm:cxn modelId="{7DC3452A-2EBF-42F8-8649-114FC37C1E70}" type="presParOf" srcId="{ECEACADE-3173-48C1-A144-17467CC3EE92}" destId="{CC8DC5C1-2F51-49FE-851F-3C35E3AC4A2F}" srcOrd="3" destOrd="0" presId="urn:microsoft.com/office/officeart/2018/2/layout/IconVerticalSolidList"/>
    <dgm:cxn modelId="{CCD35AF4-F30E-4882-860F-9C1DA616BDBA}" type="presParOf" srcId="{ECEACADE-3173-48C1-A144-17467CC3EE92}" destId="{5C2EF001-9AD6-44D0-80B6-1E0BEFF5E818}" srcOrd="4" destOrd="0" presId="urn:microsoft.com/office/officeart/2018/2/layout/IconVerticalSolidList"/>
    <dgm:cxn modelId="{8C875AA3-6056-4EB3-85F6-444A8200886E}" type="presParOf" srcId="{5C2EF001-9AD6-44D0-80B6-1E0BEFF5E818}" destId="{BBE14C8A-17E2-4277-8ACD-A787589D66DC}" srcOrd="0" destOrd="0" presId="urn:microsoft.com/office/officeart/2018/2/layout/IconVerticalSolidList"/>
    <dgm:cxn modelId="{E7800979-8F6F-4305-B923-D5CB3FA3282A}" type="presParOf" srcId="{5C2EF001-9AD6-44D0-80B6-1E0BEFF5E818}" destId="{FA2FADB0-2449-43D6-81DF-1417F386ECCE}" srcOrd="1" destOrd="0" presId="urn:microsoft.com/office/officeart/2018/2/layout/IconVerticalSolidList"/>
    <dgm:cxn modelId="{96F00925-3E9F-4490-AC41-E8AA8D077A56}" type="presParOf" srcId="{5C2EF001-9AD6-44D0-80B6-1E0BEFF5E818}" destId="{6803101F-DE9F-45ED-B978-42E9D1E42A2A}" srcOrd="2" destOrd="0" presId="urn:microsoft.com/office/officeart/2018/2/layout/IconVerticalSolidList"/>
    <dgm:cxn modelId="{35200480-97D1-46F3-8334-1CFED4DD7278}" type="presParOf" srcId="{5C2EF001-9AD6-44D0-80B6-1E0BEFF5E818}" destId="{37032D21-8571-41AE-9B7C-026D000FAD64}" srcOrd="3" destOrd="0" presId="urn:microsoft.com/office/officeart/2018/2/layout/IconVerticalSolidList"/>
    <dgm:cxn modelId="{9F3338EE-C184-450E-BE09-D45F5D635A1C}" type="presParOf" srcId="{ECEACADE-3173-48C1-A144-17467CC3EE92}" destId="{141BE0A7-943A-4619-BEB5-216E1CDCFF4B}" srcOrd="5" destOrd="0" presId="urn:microsoft.com/office/officeart/2018/2/layout/IconVerticalSolidList"/>
    <dgm:cxn modelId="{B836E851-C78E-43D7-B113-7429FF981B19}" type="presParOf" srcId="{ECEACADE-3173-48C1-A144-17467CC3EE92}" destId="{9AB515B6-B2C4-45F0-AD7C-BFA6350F4C35}" srcOrd="6" destOrd="0" presId="urn:microsoft.com/office/officeart/2018/2/layout/IconVerticalSolidList"/>
    <dgm:cxn modelId="{BB0BCEC7-E3D1-4333-B8D0-236326380D5A}" type="presParOf" srcId="{9AB515B6-B2C4-45F0-AD7C-BFA6350F4C35}" destId="{9256AE6A-92FB-47DC-986E-2B7E8E1168BC}" srcOrd="0" destOrd="0" presId="urn:microsoft.com/office/officeart/2018/2/layout/IconVerticalSolidList"/>
    <dgm:cxn modelId="{3D8E977B-51BF-493A-AA2D-DD47AA80ADDE}" type="presParOf" srcId="{9AB515B6-B2C4-45F0-AD7C-BFA6350F4C35}" destId="{1963AA3D-2B3A-4D89-86F6-959DB54725F3}" srcOrd="1" destOrd="0" presId="urn:microsoft.com/office/officeart/2018/2/layout/IconVerticalSolidList"/>
    <dgm:cxn modelId="{2985E891-47C5-47B4-B74A-E0BC3A788E21}" type="presParOf" srcId="{9AB515B6-B2C4-45F0-AD7C-BFA6350F4C35}" destId="{E18D05E0-1DB9-47A3-8E18-F4A8BF1BADB5}" srcOrd="2" destOrd="0" presId="urn:microsoft.com/office/officeart/2018/2/layout/IconVerticalSolidList"/>
    <dgm:cxn modelId="{2DD04D0F-243F-406B-9606-7C785724FE02}" type="presParOf" srcId="{9AB515B6-B2C4-45F0-AD7C-BFA6350F4C35}" destId="{92FB6AB8-82AD-4ADC-B213-25E38434CD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7B5EA0-C8E2-4BC2-93A9-74543DA6CD8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B6CDE37-9A1B-45B3-AF40-F8D05778BBD1}">
      <dgm:prSet/>
      <dgm:spPr/>
      <dgm:t>
        <a:bodyPr/>
        <a:lstStyle/>
        <a:p>
          <a:r>
            <a:rPr lang="en-US" b="1" i="0" baseline="0"/>
            <a:t>Data Source:</a:t>
          </a:r>
          <a:r>
            <a:rPr lang="en-US" b="0" i="0" baseline="0"/>
            <a:t> The dataset focuses on students from two Portuguese high schools, separated into Mathematics and Portuguese courses.</a:t>
          </a:r>
          <a:endParaRPr lang="en-US"/>
        </a:p>
      </dgm:t>
    </dgm:pt>
    <dgm:pt modelId="{6EE7851E-0D58-4BDF-A6D8-237DDD52D14B}" type="parTrans" cxnId="{3EED2757-708C-461A-8DF1-91BCA4BED8E9}">
      <dgm:prSet/>
      <dgm:spPr/>
      <dgm:t>
        <a:bodyPr/>
        <a:lstStyle/>
        <a:p>
          <a:endParaRPr lang="en-US"/>
        </a:p>
      </dgm:t>
    </dgm:pt>
    <dgm:pt modelId="{B665DE5D-BB1C-4259-9245-5E278EB51833}" type="sibTrans" cxnId="{3EED2757-708C-461A-8DF1-91BCA4BED8E9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6E46547F-19A8-4502-A193-2126D549252C}">
      <dgm:prSet/>
      <dgm:spPr/>
      <dgm:t>
        <a:bodyPr/>
        <a:lstStyle/>
        <a:p>
          <a:r>
            <a:rPr lang="en-US" b="1" i="0" baseline="0"/>
            <a:t>Features:</a:t>
          </a:r>
          <a:r>
            <a:rPr lang="en-US" b="0" i="0" baseline="0"/>
            <a:t> It includes school reports and questionnaires detailing academic records, demographics, and social background attributes.</a:t>
          </a:r>
          <a:endParaRPr lang="en-US"/>
        </a:p>
      </dgm:t>
    </dgm:pt>
    <dgm:pt modelId="{EB2225BC-EE77-4B16-8AFF-588469A00584}" type="parTrans" cxnId="{4BF214ED-D4CE-4F8B-AD4A-ABF3B76E37E0}">
      <dgm:prSet/>
      <dgm:spPr/>
      <dgm:t>
        <a:bodyPr/>
        <a:lstStyle/>
        <a:p>
          <a:endParaRPr lang="en-US"/>
        </a:p>
      </dgm:t>
    </dgm:pt>
    <dgm:pt modelId="{BBDA63C0-F4A1-46AF-8DA7-BD87BFB8621B}" type="sibTrans" cxnId="{4BF214ED-D4CE-4F8B-AD4A-ABF3B76E37E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4530A9FB-6A7B-4C51-875E-52A4960FA2F1}">
      <dgm:prSet/>
      <dgm:spPr/>
      <dgm:t>
        <a:bodyPr/>
        <a:lstStyle/>
        <a:p>
          <a:r>
            <a:rPr lang="en-US" b="1" i="0" baseline="0"/>
            <a:t>Data Quality:</a:t>
          </a:r>
          <a:r>
            <a:rPr lang="en-US" b="0" i="0" baseline="0"/>
            <a:t> Initial checks confirmed there were no missing values or duplicate records in the data.</a:t>
          </a:r>
          <a:endParaRPr lang="en-US"/>
        </a:p>
      </dgm:t>
    </dgm:pt>
    <dgm:pt modelId="{56C30BB6-093E-4DD1-9C81-F59BBA3C40FA}" type="parTrans" cxnId="{2A8226BE-37D5-4C77-BA32-1D2B7AB07D8E}">
      <dgm:prSet/>
      <dgm:spPr/>
      <dgm:t>
        <a:bodyPr/>
        <a:lstStyle/>
        <a:p>
          <a:endParaRPr lang="en-US"/>
        </a:p>
      </dgm:t>
    </dgm:pt>
    <dgm:pt modelId="{666926D0-24BC-4191-9F24-5DC696835874}" type="sibTrans" cxnId="{2A8226BE-37D5-4C77-BA32-1D2B7AB07D8E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6098223F-98FC-4DCE-AE66-A27B6CA5441B}">
      <dgm:prSet/>
      <dgm:spPr/>
      <dgm:t>
        <a:bodyPr/>
        <a:lstStyle/>
        <a:p>
          <a:r>
            <a:rPr lang="en-US" b="1" i="0" baseline="0"/>
            <a:t>Preparation:</a:t>
          </a:r>
          <a:r>
            <a:rPr lang="en-US" b="0" i="0" baseline="0"/>
            <a:t> Categorical variables were standardized and converted into numerical formats using pandas' get_dummies function for further analysis.</a:t>
          </a:r>
          <a:endParaRPr lang="en-US"/>
        </a:p>
      </dgm:t>
    </dgm:pt>
    <dgm:pt modelId="{4DED8453-8263-4CAE-8531-D46246DBED4D}" type="parTrans" cxnId="{3B71EC69-4AB6-4005-8CB7-01FAE7B9A743}">
      <dgm:prSet/>
      <dgm:spPr/>
      <dgm:t>
        <a:bodyPr/>
        <a:lstStyle/>
        <a:p>
          <a:endParaRPr lang="en-US"/>
        </a:p>
      </dgm:t>
    </dgm:pt>
    <dgm:pt modelId="{2002B191-72B1-4BEA-9DD3-5401B68882AC}" type="sibTrans" cxnId="{3B71EC69-4AB6-4005-8CB7-01FAE7B9A743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63FF56B4-E628-49DB-B5EF-772E7DB20E02}" type="pres">
      <dgm:prSet presAssocID="{8A7B5EA0-C8E2-4BC2-93A9-74543DA6CD81}" presName="Name0" presStyleCnt="0">
        <dgm:presLayoutVars>
          <dgm:animLvl val="lvl"/>
          <dgm:resizeHandles val="exact"/>
        </dgm:presLayoutVars>
      </dgm:prSet>
      <dgm:spPr/>
    </dgm:pt>
    <dgm:pt modelId="{668E9C8F-9519-4B52-923E-311FD33E5236}" type="pres">
      <dgm:prSet presAssocID="{BB6CDE37-9A1B-45B3-AF40-F8D05778BBD1}" presName="compositeNode" presStyleCnt="0">
        <dgm:presLayoutVars>
          <dgm:bulletEnabled val="1"/>
        </dgm:presLayoutVars>
      </dgm:prSet>
      <dgm:spPr/>
    </dgm:pt>
    <dgm:pt modelId="{D375AED0-43F8-4AEF-AC39-48DA268DE0ED}" type="pres">
      <dgm:prSet presAssocID="{BB6CDE37-9A1B-45B3-AF40-F8D05778BBD1}" presName="bgRect" presStyleLbl="alignNode1" presStyleIdx="0" presStyleCnt="4"/>
      <dgm:spPr/>
    </dgm:pt>
    <dgm:pt modelId="{C0DF0F80-6322-459F-8593-AFB9A8292635}" type="pres">
      <dgm:prSet presAssocID="{B665DE5D-BB1C-4259-9245-5E278EB51833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105459B9-68EB-49B7-8968-78EF4B920A92}" type="pres">
      <dgm:prSet presAssocID="{BB6CDE37-9A1B-45B3-AF40-F8D05778BBD1}" presName="nodeRect" presStyleLbl="alignNode1" presStyleIdx="0" presStyleCnt="4">
        <dgm:presLayoutVars>
          <dgm:bulletEnabled val="1"/>
        </dgm:presLayoutVars>
      </dgm:prSet>
      <dgm:spPr/>
    </dgm:pt>
    <dgm:pt modelId="{4A12E3EB-F611-4DD6-A39F-19EEE23C51C4}" type="pres">
      <dgm:prSet presAssocID="{B665DE5D-BB1C-4259-9245-5E278EB51833}" presName="sibTrans" presStyleCnt="0"/>
      <dgm:spPr/>
    </dgm:pt>
    <dgm:pt modelId="{C3E93884-DA6B-429E-8155-E5659F0BCAC4}" type="pres">
      <dgm:prSet presAssocID="{6E46547F-19A8-4502-A193-2126D549252C}" presName="compositeNode" presStyleCnt="0">
        <dgm:presLayoutVars>
          <dgm:bulletEnabled val="1"/>
        </dgm:presLayoutVars>
      </dgm:prSet>
      <dgm:spPr/>
    </dgm:pt>
    <dgm:pt modelId="{F291206E-E042-4210-B21C-AFD5F2E3C6A6}" type="pres">
      <dgm:prSet presAssocID="{6E46547F-19A8-4502-A193-2126D549252C}" presName="bgRect" presStyleLbl="alignNode1" presStyleIdx="1" presStyleCnt="4"/>
      <dgm:spPr/>
    </dgm:pt>
    <dgm:pt modelId="{114302E8-9E9D-4ABF-B2E5-53B11DFB00DF}" type="pres">
      <dgm:prSet presAssocID="{BBDA63C0-F4A1-46AF-8DA7-BD87BFB8621B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A7F7CB03-8952-4698-A89D-16A0F74D770D}" type="pres">
      <dgm:prSet presAssocID="{6E46547F-19A8-4502-A193-2126D549252C}" presName="nodeRect" presStyleLbl="alignNode1" presStyleIdx="1" presStyleCnt="4">
        <dgm:presLayoutVars>
          <dgm:bulletEnabled val="1"/>
        </dgm:presLayoutVars>
      </dgm:prSet>
      <dgm:spPr/>
    </dgm:pt>
    <dgm:pt modelId="{C3C7173E-F710-455C-A6AC-9738C0B29DB4}" type="pres">
      <dgm:prSet presAssocID="{BBDA63C0-F4A1-46AF-8DA7-BD87BFB8621B}" presName="sibTrans" presStyleCnt="0"/>
      <dgm:spPr/>
    </dgm:pt>
    <dgm:pt modelId="{9A4AC02D-B08B-4783-A91B-D46989F5006E}" type="pres">
      <dgm:prSet presAssocID="{4530A9FB-6A7B-4C51-875E-52A4960FA2F1}" presName="compositeNode" presStyleCnt="0">
        <dgm:presLayoutVars>
          <dgm:bulletEnabled val="1"/>
        </dgm:presLayoutVars>
      </dgm:prSet>
      <dgm:spPr/>
    </dgm:pt>
    <dgm:pt modelId="{714B1614-C283-4DEB-8EB2-9DD4119E24B5}" type="pres">
      <dgm:prSet presAssocID="{4530A9FB-6A7B-4C51-875E-52A4960FA2F1}" presName="bgRect" presStyleLbl="alignNode1" presStyleIdx="2" presStyleCnt="4"/>
      <dgm:spPr/>
    </dgm:pt>
    <dgm:pt modelId="{6397166F-E26A-41CA-A760-DF8E014C1F71}" type="pres">
      <dgm:prSet presAssocID="{666926D0-24BC-4191-9F24-5DC696835874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02336049-F59B-42DF-8041-624529F2F2FC}" type="pres">
      <dgm:prSet presAssocID="{4530A9FB-6A7B-4C51-875E-52A4960FA2F1}" presName="nodeRect" presStyleLbl="alignNode1" presStyleIdx="2" presStyleCnt="4">
        <dgm:presLayoutVars>
          <dgm:bulletEnabled val="1"/>
        </dgm:presLayoutVars>
      </dgm:prSet>
      <dgm:spPr/>
    </dgm:pt>
    <dgm:pt modelId="{F293D66E-CA14-482F-B3C8-A187951853D6}" type="pres">
      <dgm:prSet presAssocID="{666926D0-24BC-4191-9F24-5DC696835874}" presName="sibTrans" presStyleCnt="0"/>
      <dgm:spPr/>
    </dgm:pt>
    <dgm:pt modelId="{C77460EE-A9D0-44D2-B2BE-A4F5DE53084B}" type="pres">
      <dgm:prSet presAssocID="{6098223F-98FC-4DCE-AE66-A27B6CA5441B}" presName="compositeNode" presStyleCnt="0">
        <dgm:presLayoutVars>
          <dgm:bulletEnabled val="1"/>
        </dgm:presLayoutVars>
      </dgm:prSet>
      <dgm:spPr/>
    </dgm:pt>
    <dgm:pt modelId="{18E514F4-816D-49C2-A5DD-54DC19DFB129}" type="pres">
      <dgm:prSet presAssocID="{6098223F-98FC-4DCE-AE66-A27B6CA5441B}" presName="bgRect" presStyleLbl="alignNode1" presStyleIdx="3" presStyleCnt="4"/>
      <dgm:spPr/>
    </dgm:pt>
    <dgm:pt modelId="{E7973541-C7B7-4FA2-9695-E3B8615D619D}" type="pres">
      <dgm:prSet presAssocID="{2002B191-72B1-4BEA-9DD3-5401B68882AC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83B022B3-F85E-45B1-9D1C-A0DB2387B5C7}" type="pres">
      <dgm:prSet presAssocID="{6098223F-98FC-4DCE-AE66-A27B6CA5441B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FFA04306-1311-4E7A-990B-721ED91E0EAF}" type="presOf" srcId="{BB6CDE37-9A1B-45B3-AF40-F8D05778BBD1}" destId="{D375AED0-43F8-4AEF-AC39-48DA268DE0ED}" srcOrd="0" destOrd="0" presId="urn:microsoft.com/office/officeart/2016/7/layout/LinearBlockProcessNumbered"/>
    <dgm:cxn modelId="{E3B6AB0F-213F-437D-9CD9-DBA1CCA21A80}" type="presOf" srcId="{B665DE5D-BB1C-4259-9245-5E278EB51833}" destId="{C0DF0F80-6322-459F-8593-AFB9A8292635}" srcOrd="0" destOrd="0" presId="urn:microsoft.com/office/officeart/2016/7/layout/LinearBlockProcessNumbered"/>
    <dgm:cxn modelId="{1EC40028-EAC9-4977-9D35-90A210460E5A}" type="presOf" srcId="{8A7B5EA0-C8E2-4BC2-93A9-74543DA6CD81}" destId="{63FF56B4-E628-49DB-B5EF-772E7DB20E02}" srcOrd="0" destOrd="0" presId="urn:microsoft.com/office/officeart/2016/7/layout/LinearBlockProcessNumbered"/>
    <dgm:cxn modelId="{B685FD37-AC4D-4E5A-B358-1503533302D6}" type="presOf" srcId="{4530A9FB-6A7B-4C51-875E-52A4960FA2F1}" destId="{714B1614-C283-4DEB-8EB2-9DD4119E24B5}" srcOrd="0" destOrd="0" presId="urn:microsoft.com/office/officeart/2016/7/layout/LinearBlockProcessNumbered"/>
    <dgm:cxn modelId="{BBDD9E43-6206-4595-9670-EF089190ED54}" type="presOf" srcId="{6E46547F-19A8-4502-A193-2126D549252C}" destId="{A7F7CB03-8952-4698-A89D-16A0F74D770D}" srcOrd="1" destOrd="0" presId="urn:microsoft.com/office/officeart/2016/7/layout/LinearBlockProcessNumbered"/>
    <dgm:cxn modelId="{3B71EC69-4AB6-4005-8CB7-01FAE7B9A743}" srcId="{8A7B5EA0-C8E2-4BC2-93A9-74543DA6CD81}" destId="{6098223F-98FC-4DCE-AE66-A27B6CA5441B}" srcOrd="3" destOrd="0" parTransId="{4DED8453-8263-4CAE-8531-D46246DBED4D}" sibTransId="{2002B191-72B1-4BEA-9DD3-5401B68882AC}"/>
    <dgm:cxn modelId="{CD40986D-B674-4B34-A68C-95DA1D1ACC4E}" type="presOf" srcId="{4530A9FB-6A7B-4C51-875E-52A4960FA2F1}" destId="{02336049-F59B-42DF-8041-624529F2F2FC}" srcOrd="1" destOrd="0" presId="urn:microsoft.com/office/officeart/2016/7/layout/LinearBlockProcessNumbered"/>
    <dgm:cxn modelId="{7814AA4F-94BC-4A74-9A6B-7AAA605F8B0B}" type="presOf" srcId="{6098223F-98FC-4DCE-AE66-A27B6CA5441B}" destId="{83B022B3-F85E-45B1-9D1C-A0DB2387B5C7}" srcOrd="1" destOrd="0" presId="urn:microsoft.com/office/officeart/2016/7/layout/LinearBlockProcessNumbered"/>
    <dgm:cxn modelId="{3EED2757-708C-461A-8DF1-91BCA4BED8E9}" srcId="{8A7B5EA0-C8E2-4BC2-93A9-74543DA6CD81}" destId="{BB6CDE37-9A1B-45B3-AF40-F8D05778BBD1}" srcOrd="0" destOrd="0" parTransId="{6EE7851E-0D58-4BDF-A6D8-237DDD52D14B}" sibTransId="{B665DE5D-BB1C-4259-9245-5E278EB51833}"/>
    <dgm:cxn modelId="{70DDE159-9F45-476E-8BB7-D89D86465410}" type="presOf" srcId="{2002B191-72B1-4BEA-9DD3-5401B68882AC}" destId="{E7973541-C7B7-4FA2-9695-E3B8615D619D}" srcOrd="0" destOrd="0" presId="urn:microsoft.com/office/officeart/2016/7/layout/LinearBlockProcessNumbered"/>
    <dgm:cxn modelId="{ACE0EB7E-D91D-4C35-9D5F-238EEB41CE75}" type="presOf" srcId="{6E46547F-19A8-4502-A193-2126D549252C}" destId="{F291206E-E042-4210-B21C-AFD5F2E3C6A6}" srcOrd="0" destOrd="0" presId="urn:microsoft.com/office/officeart/2016/7/layout/LinearBlockProcessNumbered"/>
    <dgm:cxn modelId="{3AB6A8AC-298D-4385-8953-A19C869A60C5}" type="presOf" srcId="{BB6CDE37-9A1B-45B3-AF40-F8D05778BBD1}" destId="{105459B9-68EB-49B7-8968-78EF4B920A92}" srcOrd="1" destOrd="0" presId="urn:microsoft.com/office/officeart/2016/7/layout/LinearBlockProcessNumbered"/>
    <dgm:cxn modelId="{93F42EBA-71CE-45C1-9AD8-63B2443204AD}" type="presOf" srcId="{6098223F-98FC-4DCE-AE66-A27B6CA5441B}" destId="{18E514F4-816D-49C2-A5DD-54DC19DFB129}" srcOrd="0" destOrd="0" presId="urn:microsoft.com/office/officeart/2016/7/layout/LinearBlockProcessNumbered"/>
    <dgm:cxn modelId="{2A8226BE-37D5-4C77-BA32-1D2B7AB07D8E}" srcId="{8A7B5EA0-C8E2-4BC2-93A9-74543DA6CD81}" destId="{4530A9FB-6A7B-4C51-875E-52A4960FA2F1}" srcOrd="2" destOrd="0" parTransId="{56C30BB6-093E-4DD1-9C81-F59BBA3C40FA}" sibTransId="{666926D0-24BC-4191-9F24-5DC696835874}"/>
    <dgm:cxn modelId="{85D4D9E8-1925-4441-99EB-CF97960BD6B7}" type="presOf" srcId="{BBDA63C0-F4A1-46AF-8DA7-BD87BFB8621B}" destId="{114302E8-9E9D-4ABF-B2E5-53B11DFB00DF}" srcOrd="0" destOrd="0" presId="urn:microsoft.com/office/officeart/2016/7/layout/LinearBlockProcessNumbered"/>
    <dgm:cxn modelId="{4BF214ED-D4CE-4F8B-AD4A-ABF3B76E37E0}" srcId="{8A7B5EA0-C8E2-4BC2-93A9-74543DA6CD81}" destId="{6E46547F-19A8-4502-A193-2126D549252C}" srcOrd="1" destOrd="0" parTransId="{EB2225BC-EE77-4B16-8AFF-588469A00584}" sibTransId="{BBDA63C0-F4A1-46AF-8DA7-BD87BFB8621B}"/>
    <dgm:cxn modelId="{E4EBF1F3-4E7F-4E3E-81DA-8E317FD98966}" type="presOf" srcId="{666926D0-24BC-4191-9F24-5DC696835874}" destId="{6397166F-E26A-41CA-A760-DF8E014C1F71}" srcOrd="0" destOrd="0" presId="urn:microsoft.com/office/officeart/2016/7/layout/LinearBlockProcessNumbered"/>
    <dgm:cxn modelId="{C0010293-01FD-44A3-9622-BDA119F2B544}" type="presParOf" srcId="{63FF56B4-E628-49DB-B5EF-772E7DB20E02}" destId="{668E9C8F-9519-4B52-923E-311FD33E5236}" srcOrd="0" destOrd="0" presId="urn:microsoft.com/office/officeart/2016/7/layout/LinearBlockProcessNumbered"/>
    <dgm:cxn modelId="{717C56C1-9576-458A-9C54-5C18BDEC61F0}" type="presParOf" srcId="{668E9C8F-9519-4B52-923E-311FD33E5236}" destId="{D375AED0-43F8-4AEF-AC39-48DA268DE0ED}" srcOrd="0" destOrd="0" presId="urn:microsoft.com/office/officeart/2016/7/layout/LinearBlockProcessNumbered"/>
    <dgm:cxn modelId="{13EEDFAC-18A7-4D54-8C01-9EEFC7D89C5E}" type="presParOf" srcId="{668E9C8F-9519-4B52-923E-311FD33E5236}" destId="{C0DF0F80-6322-459F-8593-AFB9A8292635}" srcOrd="1" destOrd="0" presId="urn:microsoft.com/office/officeart/2016/7/layout/LinearBlockProcessNumbered"/>
    <dgm:cxn modelId="{C3E45CBF-A023-43F5-970D-98507C8E3E2A}" type="presParOf" srcId="{668E9C8F-9519-4B52-923E-311FD33E5236}" destId="{105459B9-68EB-49B7-8968-78EF4B920A92}" srcOrd="2" destOrd="0" presId="urn:microsoft.com/office/officeart/2016/7/layout/LinearBlockProcessNumbered"/>
    <dgm:cxn modelId="{D2CF5213-2648-4956-A4D0-4C60A277EE8B}" type="presParOf" srcId="{63FF56B4-E628-49DB-B5EF-772E7DB20E02}" destId="{4A12E3EB-F611-4DD6-A39F-19EEE23C51C4}" srcOrd="1" destOrd="0" presId="urn:microsoft.com/office/officeart/2016/7/layout/LinearBlockProcessNumbered"/>
    <dgm:cxn modelId="{D5B083AA-7494-4A94-9207-71E5CFF0E392}" type="presParOf" srcId="{63FF56B4-E628-49DB-B5EF-772E7DB20E02}" destId="{C3E93884-DA6B-429E-8155-E5659F0BCAC4}" srcOrd="2" destOrd="0" presId="urn:microsoft.com/office/officeart/2016/7/layout/LinearBlockProcessNumbered"/>
    <dgm:cxn modelId="{C31A1DAC-98FA-45A8-9DB5-80EDBBA59A6F}" type="presParOf" srcId="{C3E93884-DA6B-429E-8155-E5659F0BCAC4}" destId="{F291206E-E042-4210-B21C-AFD5F2E3C6A6}" srcOrd="0" destOrd="0" presId="urn:microsoft.com/office/officeart/2016/7/layout/LinearBlockProcessNumbered"/>
    <dgm:cxn modelId="{40C2A6FA-4EF1-4886-ADD2-6DEEEACC87DB}" type="presParOf" srcId="{C3E93884-DA6B-429E-8155-E5659F0BCAC4}" destId="{114302E8-9E9D-4ABF-B2E5-53B11DFB00DF}" srcOrd="1" destOrd="0" presId="urn:microsoft.com/office/officeart/2016/7/layout/LinearBlockProcessNumbered"/>
    <dgm:cxn modelId="{B802F87F-1F75-4DA5-8390-670F81A63984}" type="presParOf" srcId="{C3E93884-DA6B-429E-8155-E5659F0BCAC4}" destId="{A7F7CB03-8952-4698-A89D-16A0F74D770D}" srcOrd="2" destOrd="0" presId="urn:microsoft.com/office/officeart/2016/7/layout/LinearBlockProcessNumbered"/>
    <dgm:cxn modelId="{011D4429-4D45-415B-89B3-88D764AA6378}" type="presParOf" srcId="{63FF56B4-E628-49DB-B5EF-772E7DB20E02}" destId="{C3C7173E-F710-455C-A6AC-9738C0B29DB4}" srcOrd="3" destOrd="0" presId="urn:microsoft.com/office/officeart/2016/7/layout/LinearBlockProcessNumbered"/>
    <dgm:cxn modelId="{7E287B69-D780-4050-B212-F427D488FC1B}" type="presParOf" srcId="{63FF56B4-E628-49DB-B5EF-772E7DB20E02}" destId="{9A4AC02D-B08B-4783-A91B-D46989F5006E}" srcOrd="4" destOrd="0" presId="urn:microsoft.com/office/officeart/2016/7/layout/LinearBlockProcessNumbered"/>
    <dgm:cxn modelId="{2E6190AE-B244-498B-A3DE-35AD5743EB1A}" type="presParOf" srcId="{9A4AC02D-B08B-4783-A91B-D46989F5006E}" destId="{714B1614-C283-4DEB-8EB2-9DD4119E24B5}" srcOrd="0" destOrd="0" presId="urn:microsoft.com/office/officeart/2016/7/layout/LinearBlockProcessNumbered"/>
    <dgm:cxn modelId="{3C8A04FF-A184-43EB-A1F4-FAE733053A40}" type="presParOf" srcId="{9A4AC02D-B08B-4783-A91B-D46989F5006E}" destId="{6397166F-E26A-41CA-A760-DF8E014C1F71}" srcOrd="1" destOrd="0" presId="urn:microsoft.com/office/officeart/2016/7/layout/LinearBlockProcessNumbered"/>
    <dgm:cxn modelId="{DFD02622-903A-461C-894A-8896994B16E6}" type="presParOf" srcId="{9A4AC02D-B08B-4783-A91B-D46989F5006E}" destId="{02336049-F59B-42DF-8041-624529F2F2FC}" srcOrd="2" destOrd="0" presId="urn:microsoft.com/office/officeart/2016/7/layout/LinearBlockProcessNumbered"/>
    <dgm:cxn modelId="{82C525C6-2046-4356-A272-8A854D917C51}" type="presParOf" srcId="{63FF56B4-E628-49DB-B5EF-772E7DB20E02}" destId="{F293D66E-CA14-482F-B3C8-A187951853D6}" srcOrd="5" destOrd="0" presId="urn:microsoft.com/office/officeart/2016/7/layout/LinearBlockProcessNumbered"/>
    <dgm:cxn modelId="{6F770662-0A52-4F1C-BA96-D5E948A75792}" type="presParOf" srcId="{63FF56B4-E628-49DB-B5EF-772E7DB20E02}" destId="{C77460EE-A9D0-44D2-B2BE-A4F5DE53084B}" srcOrd="6" destOrd="0" presId="urn:microsoft.com/office/officeart/2016/7/layout/LinearBlockProcessNumbered"/>
    <dgm:cxn modelId="{41903A72-1334-4658-BDDA-57A1BE81968F}" type="presParOf" srcId="{C77460EE-A9D0-44D2-B2BE-A4F5DE53084B}" destId="{18E514F4-816D-49C2-A5DD-54DC19DFB129}" srcOrd="0" destOrd="0" presId="urn:microsoft.com/office/officeart/2016/7/layout/LinearBlockProcessNumbered"/>
    <dgm:cxn modelId="{C61BBB20-4A67-487F-B84B-034F1295153A}" type="presParOf" srcId="{C77460EE-A9D0-44D2-B2BE-A4F5DE53084B}" destId="{E7973541-C7B7-4FA2-9695-E3B8615D619D}" srcOrd="1" destOrd="0" presId="urn:microsoft.com/office/officeart/2016/7/layout/LinearBlockProcessNumbered"/>
    <dgm:cxn modelId="{B282C6A8-0011-4AAB-B845-4C2C1806A08F}" type="presParOf" srcId="{C77460EE-A9D0-44D2-B2BE-A4F5DE53084B}" destId="{83B022B3-F85E-45B1-9D1C-A0DB2387B5C7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21ABAF-2B66-4FC7-AEA9-20D4675FF0E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1BEA425-A6CF-4B93-B420-2A3D2B0625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Clustering Technique:</a:t>
          </a:r>
          <a:r>
            <a:rPr lang="en-US" b="0" i="0" baseline="0"/>
            <a:t> K-Prototypes was used because standard algorithms cannot handle the dataset's mixed categorical and continuous variables.</a:t>
          </a:r>
          <a:endParaRPr lang="en-US"/>
        </a:p>
      </dgm:t>
    </dgm:pt>
    <dgm:pt modelId="{E965A90C-600C-4084-8650-2266D4248C62}" type="parTrans" cxnId="{9064A837-1133-40AC-9371-3504B727CAC3}">
      <dgm:prSet/>
      <dgm:spPr/>
      <dgm:t>
        <a:bodyPr/>
        <a:lstStyle/>
        <a:p>
          <a:endParaRPr lang="en-US"/>
        </a:p>
      </dgm:t>
    </dgm:pt>
    <dgm:pt modelId="{3AFAE983-8C57-49BA-9F43-DBE6A210FEA1}" type="sibTrans" cxnId="{9064A837-1133-40AC-9371-3504B727CAC3}">
      <dgm:prSet/>
      <dgm:spPr/>
      <dgm:t>
        <a:bodyPr/>
        <a:lstStyle/>
        <a:p>
          <a:endParaRPr lang="en-US"/>
        </a:p>
      </dgm:t>
    </dgm:pt>
    <dgm:pt modelId="{42460E62-D6D5-48CA-A031-DDAB1550CE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Optimal Clusters:</a:t>
          </a:r>
          <a:r>
            <a:rPr lang="en-US" b="0" i="0" baseline="0"/>
            <a:t> The Elbow Method identified 3 as the most mathematically efficient number of clusters for this dataset.</a:t>
          </a:r>
          <a:endParaRPr lang="en-US"/>
        </a:p>
      </dgm:t>
    </dgm:pt>
    <dgm:pt modelId="{574F1948-9229-422E-9353-89BD27ED5D42}" type="parTrans" cxnId="{1B15207C-D3B4-4102-8006-5D89CDEAF8D0}">
      <dgm:prSet/>
      <dgm:spPr/>
      <dgm:t>
        <a:bodyPr/>
        <a:lstStyle/>
        <a:p>
          <a:endParaRPr lang="en-US"/>
        </a:p>
      </dgm:t>
    </dgm:pt>
    <dgm:pt modelId="{56AA7F9F-246E-45B7-B15F-2A9D3BB7AA6A}" type="sibTrans" cxnId="{1B15207C-D3B4-4102-8006-5D89CDEAF8D0}">
      <dgm:prSet/>
      <dgm:spPr/>
      <dgm:t>
        <a:bodyPr/>
        <a:lstStyle/>
        <a:p>
          <a:endParaRPr lang="en-US"/>
        </a:p>
      </dgm:t>
    </dgm:pt>
    <dgm:pt modelId="{4C767F7E-CF98-4F7D-862F-E59D2EDCE7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Model Success:</a:t>
          </a:r>
          <a:r>
            <a:rPr lang="en-US" b="0" i="0" baseline="0"/>
            <a:t> Students were successfully grouped into three main categories, achieving a silhouette score of 0.35.</a:t>
          </a:r>
          <a:endParaRPr lang="en-US"/>
        </a:p>
      </dgm:t>
    </dgm:pt>
    <dgm:pt modelId="{48964CE9-8616-4C70-BC9A-1E39C3E988E2}" type="parTrans" cxnId="{024CDCAD-F226-4FF5-895F-04DB178D1994}">
      <dgm:prSet/>
      <dgm:spPr/>
      <dgm:t>
        <a:bodyPr/>
        <a:lstStyle/>
        <a:p>
          <a:endParaRPr lang="en-US"/>
        </a:p>
      </dgm:t>
    </dgm:pt>
    <dgm:pt modelId="{3ACFD28A-B229-49DD-9AF9-457B44336A9C}" type="sibTrans" cxnId="{024CDCAD-F226-4FF5-895F-04DB178D1994}">
      <dgm:prSet/>
      <dgm:spPr/>
      <dgm:t>
        <a:bodyPr/>
        <a:lstStyle/>
        <a:p>
          <a:endParaRPr lang="en-US"/>
        </a:p>
      </dgm:t>
    </dgm:pt>
    <dgm:pt modelId="{C946F93F-3A79-4883-B749-52A9964F04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Group Interpretations:</a:t>
          </a:r>
          <a:r>
            <a:rPr lang="en-US" b="0" i="0" baseline="0"/>
            <a:t> Based on mean scores, the clusters represent low-performing students, moderately performing students, and high-performing students.</a:t>
          </a:r>
          <a:endParaRPr lang="en-US"/>
        </a:p>
      </dgm:t>
    </dgm:pt>
    <dgm:pt modelId="{0A4856D7-666A-437B-85D6-DF7AA734BD76}" type="parTrans" cxnId="{3652B83B-83E9-437F-8B78-C8C34F6D1D13}">
      <dgm:prSet/>
      <dgm:spPr/>
      <dgm:t>
        <a:bodyPr/>
        <a:lstStyle/>
        <a:p>
          <a:endParaRPr lang="en-US"/>
        </a:p>
      </dgm:t>
    </dgm:pt>
    <dgm:pt modelId="{57E2EA7F-B1C4-4246-AAD9-062F1CFF6A22}" type="sibTrans" cxnId="{3652B83B-83E9-437F-8B78-C8C34F6D1D13}">
      <dgm:prSet/>
      <dgm:spPr/>
      <dgm:t>
        <a:bodyPr/>
        <a:lstStyle/>
        <a:p>
          <a:endParaRPr lang="en-US"/>
        </a:p>
      </dgm:t>
    </dgm:pt>
    <dgm:pt modelId="{79117A36-259C-4DED-B61A-18EC886EF0A6}" type="pres">
      <dgm:prSet presAssocID="{6E21ABAF-2B66-4FC7-AEA9-20D4675FF0EE}" presName="root" presStyleCnt="0">
        <dgm:presLayoutVars>
          <dgm:dir/>
          <dgm:resizeHandles val="exact"/>
        </dgm:presLayoutVars>
      </dgm:prSet>
      <dgm:spPr/>
    </dgm:pt>
    <dgm:pt modelId="{8F9434B8-435E-418F-B768-EB7FE796976A}" type="pres">
      <dgm:prSet presAssocID="{81BEA425-A6CF-4B93-B420-2A3D2B0625A7}" presName="compNode" presStyleCnt="0"/>
      <dgm:spPr/>
    </dgm:pt>
    <dgm:pt modelId="{F39161D2-7463-43A8-A906-9015830992EC}" type="pres">
      <dgm:prSet presAssocID="{81BEA425-A6CF-4B93-B420-2A3D2B0625A7}" presName="bgRect" presStyleLbl="bgShp" presStyleIdx="0" presStyleCnt="4"/>
      <dgm:spPr/>
    </dgm:pt>
    <dgm:pt modelId="{D11E4E9E-9D37-4922-9410-BE09CE439A9E}" type="pres">
      <dgm:prSet presAssocID="{81BEA425-A6CF-4B93-B420-2A3D2B0625A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6A8138E-0E94-45B6-AE0D-1574FA274A21}" type="pres">
      <dgm:prSet presAssocID="{81BEA425-A6CF-4B93-B420-2A3D2B0625A7}" presName="spaceRect" presStyleCnt="0"/>
      <dgm:spPr/>
    </dgm:pt>
    <dgm:pt modelId="{622A5CEE-872B-481E-98F1-A1477FA08DCE}" type="pres">
      <dgm:prSet presAssocID="{81BEA425-A6CF-4B93-B420-2A3D2B0625A7}" presName="parTx" presStyleLbl="revTx" presStyleIdx="0" presStyleCnt="4">
        <dgm:presLayoutVars>
          <dgm:chMax val="0"/>
          <dgm:chPref val="0"/>
        </dgm:presLayoutVars>
      </dgm:prSet>
      <dgm:spPr/>
    </dgm:pt>
    <dgm:pt modelId="{0C6807E4-008A-411B-9B9E-7963E94E689D}" type="pres">
      <dgm:prSet presAssocID="{3AFAE983-8C57-49BA-9F43-DBE6A210FEA1}" presName="sibTrans" presStyleCnt="0"/>
      <dgm:spPr/>
    </dgm:pt>
    <dgm:pt modelId="{90A5C01B-69FE-4865-A6C4-40DACA8817E3}" type="pres">
      <dgm:prSet presAssocID="{42460E62-D6D5-48CA-A031-DDAB1550CE31}" presName="compNode" presStyleCnt="0"/>
      <dgm:spPr/>
    </dgm:pt>
    <dgm:pt modelId="{3AB577AC-5881-4320-B1B9-7CD0CA7472F8}" type="pres">
      <dgm:prSet presAssocID="{42460E62-D6D5-48CA-A031-DDAB1550CE31}" presName="bgRect" presStyleLbl="bgShp" presStyleIdx="1" presStyleCnt="4"/>
      <dgm:spPr/>
    </dgm:pt>
    <dgm:pt modelId="{1B043E48-A4B9-48C2-9219-4E312C9910A1}" type="pres">
      <dgm:prSet presAssocID="{42460E62-D6D5-48CA-A031-DDAB1550CE3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3B550C6-1FC2-4C38-8418-76C76A90C490}" type="pres">
      <dgm:prSet presAssocID="{42460E62-D6D5-48CA-A031-DDAB1550CE31}" presName="spaceRect" presStyleCnt="0"/>
      <dgm:spPr/>
    </dgm:pt>
    <dgm:pt modelId="{05790519-D628-4018-87D4-4BB94510A129}" type="pres">
      <dgm:prSet presAssocID="{42460E62-D6D5-48CA-A031-DDAB1550CE31}" presName="parTx" presStyleLbl="revTx" presStyleIdx="1" presStyleCnt="4">
        <dgm:presLayoutVars>
          <dgm:chMax val="0"/>
          <dgm:chPref val="0"/>
        </dgm:presLayoutVars>
      </dgm:prSet>
      <dgm:spPr/>
    </dgm:pt>
    <dgm:pt modelId="{A62584AD-A24A-4EFA-831C-43C964F222BF}" type="pres">
      <dgm:prSet presAssocID="{56AA7F9F-246E-45B7-B15F-2A9D3BB7AA6A}" presName="sibTrans" presStyleCnt="0"/>
      <dgm:spPr/>
    </dgm:pt>
    <dgm:pt modelId="{E30E754A-F9CF-4360-A4AB-A244628C1452}" type="pres">
      <dgm:prSet presAssocID="{4C767F7E-CF98-4F7D-862F-E59D2EDCE7A9}" presName="compNode" presStyleCnt="0"/>
      <dgm:spPr/>
    </dgm:pt>
    <dgm:pt modelId="{12ACDF20-C5D2-4F18-806B-E50D74D1DC77}" type="pres">
      <dgm:prSet presAssocID="{4C767F7E-CF98-4F7D-862F-E59D2EDCE7A9}" presName="bgRect" presStyleLbl="bgShp" presStyleIdx="2" presStyleCnt="4"/>
      <dgm:spPr/>
    </dgm:pt>
    <dgm:pt modelId="{2E789CC9-EA45-41AA-998F-89A48E27DC4A}" type="pres">
      <dgm:prSet presAssocID="{4C767F7E-CF98-4F7D-862F-E59D2EDCE7A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95DB968F-5E8B-4142-BAA2-DA67BFBEA265}" type="pres">
      <dgm:prSet presAssocID="{4C767F7E-CF98-4F7D-862F-E59D2EDCE7A9}" presName="spaceRect" presStyleCnt="0"/>
      <dgm:spPr/>
    </dgm:pt>
    <dgm:pt modelId="{B61FD6E7-6AAD-40D3-B4BF-78B9029D10E1}" type="pres">
      <dgm:prSet presAssocID="{4C767F7E-CF98-4F7D-862F-E59D2EDCE7A9}" presName="parTx" presStyleLbl="revTx" presStyleIdx="2" presStyleCnt="4">
        <dgm:presLayoutVars>
          <dgm:chMax val="0"/>
          <dgm:chPref val="0"/>
        </dgm:presLayoutVars>
      </dgm:prSet>
      <dgm:spPr/>
    </dgm:pt>
    <dgm:pt modelId="{09CE54ED-BFB1-44CA-9B07-302312C8D081}" type="pres">
      <dgm:prSet presAssocID="{3ACFD28A-B229-49DD-9AF9-457B44336A9C}" presName="sibTrans" presStyleCnt="0"/>
      <dgm:spPr/>
    </dgm:pt>
    <dgm:pt modelId="{4D41DAC5-3DDC-4B4B-BE20-267EC7742F0F}" type="pres">
      <dgm:prSet presAssocID="{C946F93F-3A79-4883-B749-52A9964F045F}" presName="compNode" presStyleCnt="0"/>
      <dgm:spPr/>
    </dgm:pt>
    <dgm:pt modelId="{B1537A1B-0E7F-408A-BB55-670C5401ECE5}" type="pres">
      <dgm:prSet presAssocID="{C946F93F-3A79-4883-B749-52A9964F045F}" presName="bgRect" presStyleLbl="bgShp" presStyleIdx="3" presStyleCnt="4"/>
      <dgm:spPr/>
    </dgm:pt>
    <dgm:pt modelId="{D1B7D5FE-6A6B-4C48-BE2A-FC916A866A16}" type="pres">
      <dgm:prSet presAssocID="{C946F93F-3A79-4883-B749-52A9964F045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D901E790-DF0A-4A54-B6A9-7A9A7393C134}" type="pres">
      <dgm:prSet presAssocID="{C946F93F-3A79-4883-B749-52A9964F045F}" presName="spaceRect" presStyleCnt="0"/>
      <dgm:spPr/>
    </dgm:pt>
    <dgm:pt modelId="{754028F4-2622-43E6-9672-D5F2F0EF8D59}" type="pres">
      <dgm:prSet presAssocID="{C946F93F-3A79-4883-B749-52A9964F045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5ED8027-830F-4C60-8BD5-4F0B6CF86E63}" type="presOf" srcId="{4C767F7E-CF98-4F7D-862F-E59D2EDCE7A9}" destId="{B61FD6E7-6AAD-40D3-B4BF-78B9029D10E1}" srcOrd="0" destOrd="0" presId="urn:microsoft.com/office/officeart/2018/2/layout/IconVerticalSolidList"/>
    <dgm:cxn modelId="{9064A837-1133-40AC-9371-3504B727CAC3}" srcId="{6E21ABAF-2B66-4FC7-AEA9-20D4675FF0EE}" destId="{81BEA425-A6CF-4B93-B420-2A3D2B0625A7}" srcOrd="0" destOrd="0" parTransId="{E965A90C-600C-4084-8650-2266D4248C62}" sibTransId="{3AFAE983-8C57-49BA-9F43-DBE6A210FEA1}"/>
    <dgm:cxn modelId="{3652B83B-83E9-437F-8B78-C8C34F6D1D13}" srcId="{6E21ABAF-2B66-4FC7-AEA9-20D4675FF0EE}" destId="{C946F93F-3A79-4883-B749-52A9964F045F}" srcOrd="3" destOrd="0" parTransId="{0A4856D7-666A-437B-85D6-DF7AA734BD76}" sibTransId="{57E2EA7F-B1C4-4246-AAD9-062F1CFF6A22}"/>
    <dgm:cxn modelId="{83112B50-1F3A-4387-838D-17DF54C1E723}" type="presOf" srcId="{81BEA425-A6CF-4B93-B420-2A3D2B0625A7}" destId="{622A5CEE-872B-481E-98F1-A1477FA08DCE}" srcOrd="0" destOrd="0" presId="urn:microsoft.com/office/officeart/2018/2/layout/IconVerticalSolidList"/>
    <dgm:cxn modelId="{1B15207C-D3B4-4102-8006-5D89CDEAF8D0}" srcId="{6E21ABAF-2B66-4FC7-AEA9-20D4675FF0EE}" destId="{42460E62-D6D5-48CA-A031-DDAB1550CE31}" srcOrd="1" destOrd="0" parTransId="{574F1948-9229-422E-9353-89BD27ED5D42}" sibTransId="{56AA7F9F-246E-45B7-B15F-2A9D3BB7AA6A}"/>
    <dgm:cxn modelId="{024CDCAD-F226-4FF5-895F-04DB178D1994}" srcId="{6E21ABAF-2B66-4FC7-AEA9-20D4675FF0EE}" destId="{4C767F7E-CF98-4F7D-862F-E59D2EDCE7A9}" srcOrd="2" destOrd="0" parTransId="{48964CE9-8616-4C70-BC9A-1E39C3E988E2}" sibTransId="{3ACFD28A-B229-49DD-9AF9-457B44336A9C}"/>
    <dgm:cxn modelId="{E41D1ACE-3AE4-4004-86A8-A05B94CCDD69}" type="presOf" srcId="{6E21ABAF-2B66-4FC7-AEA9-20D4675FF0EE}" destId="{79117A36-259C-4DED-B61A-18EC886EF0A6}" srcOrd="0" destOrd="0" presId="urn:microsoft.com/office/officeart/2018/2/layout/IconVerticalSolidList"/>
    <dgm:cxn modelId="{544A73DB-1159-450A-8C2A-5AC5F0EDDBD4}" type="presOf" srcId="{C946F93F-3A79-4883-B749-52A9964F045F}" destId="{754028F4-2622-43E6-9672-D5F2F0EF8D59}" srcOrd="0" destOrd="0" presId="urn:microsoft.com/office/officeart/2018/2/layout/IconVerticalSolidList"/>
    <dgm:cxn modelId="{032978E4-8717-4C6E-B48F-F7FFE9A3D2BC}" type="presOf" srcId="{42460E62-D6D5-48CA-A031-DDAB1550CE31}" destId="{05790519-D628-4018-87D4-4BB94510A129}" srcOrd="0" destOrd="0" presId="urn:microsoft.com/office/officeart/2018/2/layout/IconVerticalSolidList"/>
    <dgm:cxn modelId="{6F1205AC-0CC6-4964-A6A2-1958017FBBF1}" type="presParOf" srcId="{79117A36-259C-4DED-B61A-18EC886EF0A6}" destId="{8F9434B8-435E-418F-B768-EB7FE796976A}" srcOrd="0" destOrd="0" presId="urn:microsoft.com/office/officeart/2018/2/layout/IconVerticalSolidList"/>
    <dgm:cxn modelId="{4C9F2343-AD4A-49D5-BCE5-C94458BC1156}" type="presParOf" srcId="{8F9434B8-435E-418F-B768-EB7FE796976A}" destId="{F39161D2-7463-43A8-A906-9015830992EC}" srcOrd="0" destOrd="0" presId="urn:microsoft.com/office/officeart/2018/2/layout/IconVerticalSolidList"/>
    <dgm:cxn modelId="{FC994CD0-8228-4963-9CF4-B143C74F582B}" type="presParOf" srcId="{8F9434B8-435E-418F-B768-EB7FE796976A}" destId="{D11E4E9E-9D37-4922-9410-BE09CE439A9E}" srcOrd="1" destOrd="0" presId="urn:microsoft.com/office/officeart/2018/2/layout/IconVerticalSolidList"/>
    <dgm:cxn modelId="{B1059A21-244E-4A95-92C8-7D11C7BD83AA}" type="presParOf" srcId="{8F9434B8-435E-418F-B768-EB7FE796976A}" destId="{06A8138E-0E94-45B6-AE0D-1574FA274A21}" srcOrd="2" destOrd="0" presId="urn:microsoft.com/office/officeart/2018/2/layout/IconVerticalSolidList"/>
    <dgm:cxn modelId="{4E2F20EE-D7B8-4E30-A52B-787506430549}" type="presParOf" srcId="{8F9434B8-435E-418F-B768-EB7FE796976A}" destId="{622A5CEE-872B-481E-98F1-A1477FA08DCE}" srcOrd="3" destOrd="0" presId="urn:microsoft.com/office/officeart/2018/2/layout/IconVerticalSolidList"/>
    <dgm:cxn modelId="{AD48787E-22C9-4FCB-988D-740DAF3C944F}" type="presParOf" srcId="{79117A36-259C-4DED-B61A-18EC886EF0A6}" destId="{0C6807E4-008A-411B-9B9E-7963E94E689D}" srcOrd="1" destOrd="0" presId="urn:microsoft.com/office/officeart/2018/2/layout/IconVerticalSolidList"/>
    <dgm:cxn modelId="{71A773E1-EFC0-450D-A16D-9B7D2C0ADE65}" type="presParOf" srcId="{79117A36-259C-4DED-B61A-18EC886EF0A6}" destId="{90A5C01B-69FE-4865-A6C4-40DACA8817E3}" srcOrd="2" destOrd="0" presId="urn:microsoft.com/office/officeart/2018/2/layout/IconVerticalSolidList"/>
    <dgm:cxn modelId="{DA8E9D22-38D0-4806-B73A-90AB5A98438E}" type="presParOf" srcId="{90A5C01B-69FE-4865-A6C4-40DACA8817E3}" destId="{3AB577AC-5881-4320-B1B9-7CD0CA7472F8}" srcOrd="0" destOrd="0" presId="urn:microsoft.com/office/officeart/2018/2/layout/IconVerticalSolidList"/>
    <dgm:cxn modelId="{7281F6F5-F3A4-4CA7-B483-BB1E2A856444}" type="presParOf" srcId="{90A5C01B-69FE-4865-A6C4-40DACA8817E3}" destId="{1B043E48-A4B9-48C2-9219-4E312C9910A1}" srcOrd="1" destOrd="0" presId="urn:microsoft.com/office/officeart/2018/2/layout/IconVerticalSolidList"/>
    <dgm:cxn modelId="{7A94F1D0-25B2-4870-AF3C-F4D94FE6BCD9}" type="presParOf" srcId="{90A5C01B-69FE-4865-A6C4-40DACA8817E3}" destId="{A3B550C6-1FC2-4C38-8418-76C76A90C490}" srcOrd="2" destOrd="0" presId="urn:microsoft.com/office/officeart/2018/2/layout/IconVerticalSolidList"/>
    <dgm:cxn modelId="{905EEA4E-850E-4B62-8B22-FA644EC01F0B}" type="presParOf" srcId="{90A5C01B-69FE-4865-A6C4-40DACA8817E3}" destId="{05790519-D628-4018-87D4-4BB94510A129}" srcOrd="3" destOrd="0" presId="urn:microsoft.com/office/officeart/2018/2/layout/IconVerticalSolidList"/>
    <dgm:cxn modelId="{4C8983A3-6F3D-47D5-A661-0BA932EE929F}" type="presParOf" srcId="{79117A36-259C-4DED-B61A-18EC886EF0A6}" destId="{A62584AD-A24A-4EFA-831C-43C964F222BF}" srcOrd="3" destOrd="0" presId="urn:microsoft.com/office/officeart/2018/2/layout/IconVerticalSolidList"/>
    <dgm:cxn modelId="{FE078B02-276C-42E2-81D8-24E4B2F8624E}" type="presParOf" srcId="{79117A36-259C-4DED-B61A-18EC886EF0A6}" destId="{E30E754A-F9CF-4360-A4AB-A244628C1452}" srcOrd="4" destOrd="0" presId="urn:microsoft.com/office/officeart/2018/2/layout/IconVerticalSolidList"/>
    <dgm:cxn modelId="{44B45731-9814-418D-BBB2-8551F325F35F}" type="presParOf" srcId="{E30E754A-F9CF-4360-A4AB-A244628C1452}" destId="{12ACDF20-C5D2-4F18-806B-E50D74D1DC77}" srcOrd="0" destOrd="0" presId="urn:microsoft.com/office/officeart/2018/2/layout/IconVerticalSolidList"/>
    <dgm:cxn modelId="{6B51E8D2-3B1A-46E8-9F7C-27058158226D}" type="presParOf" srcId="{E30E754A-F9CF-4360-A4AB-A244628C1452}" destId="{2E789CC9-EA45-41AA-998F-89A48E27DC4A}" srcOrd="1" destOrd="0" presId="urn:microsoft.com/office/officeart/2018/2/layout/IconVerticalSolidList"/>
    <dgm:cxn modelId="{789C061F-9B31-4869-9F7E-ABB75C17103A}" type="presParOf" srcId="{E30E754A-F9CF-4360-A4AB-A244628C1452}" destId="{95DB968F-5E8B-4142-BAA2-DA67BFBEA265}" srcOrd="2" destOrd="0" presId="urn:microsoft.com/office/officeart/2018/2/layout/IconVerticalSolidList"/>
    <dgm:cxn modelId="{7929EB7D-9692-4B57-A6F5-9DF62DF29AF0}" type="presParOf" srcId="{E30E754A-F9CF-4360-A4AB-A244628C1452}" destId="{B61FD6E7-6AAD-40D3-B4BF-78B9029D10E1}" srcOrd="3" destOrd="0" presId="urn:microsoft.com/office/officeart/2018/2/layout/IconVerticalSolidList"/>
    <dgm:cxn modelId="{36421191-EDAD-4955-8C40-266AB18B66A0}" type="presParOf" srcId="{79117A36-259C-4DED-B61A-18EC886EF0A6}" destId="{09CE54ED-BFB1-44CA-9B07-302312C8D081}" srcOrd="5" destOrd="0" presId="urn:microsoft.com/office/officeart/2018/2/layout/IconVerticalSolidList"/>
    <dgm:cxn modelId="{48F0C4DA-3D8C-4DF8-889C-9428874721F2}" type="presParOf" srcId="{79117A36-259C-4DED-B61A-18EC886EF0A6}" destId="{4D41DAC5-3DDC-4B4B-BE20-267EC7742F0F}" srcOrd="6" destOrd="0" presId="urn:microsoft.com/office/officeart/2018/2/layout/IconVerticalSolidList"/>
    <dgm:cxn modelId="{41A0BAFB-5753-4D68-9916-B764713549A7}" type="presParOf" srcId="{4D41DAC5-3DDC-4B4B-BE20-267EC7742F0F}" destId="{B1537A1B-0E7F-408A-BB55-670C5401ECE5}" srcOrd="0" destOrd="0" presId="urn:microsoft.com/office/officeart/2018/2/layout/IconVerticalSolidList"/>
    <dgm:cxn modelId="{F0086FB4-4A24-4CF3-B2FB-C1C1E8FAFD66}" type="presParOf" srcId="{4D41DAC5-3DDC-4B4B-BE20-267EC7742F0F}" destId="{D1B7D5FE-6A6B-4C48-BE2A-FC916A866A16}" srcOrd="1" destOrd="0" presId="urn:microsoft.com/office/officeart/2018/2/layout/IconVerticalSolidList"/>
    <dgm:cxn modelId="{E6DFD88D-9FBB-47F3-81E7-9A07AE4693BA}" type="presParOf" srcId="{4D41DAC5-3DDC-4B4B-BE20-267EC7742F0F}" destId="{D901E790-DF0A-4A54-B6A9-7A9A7393C134}" srcOrd="2" destOrd="0" presId="urn:microsoft.com/office/officeart/2018/2/layout/IconVerticalSolidList"/>
    <dgm:cxn modelId="{B5C6A90B-3A63-4B2C-9A2D-703DE3A60F69}" type="presParOf" srcId="{4D41DAC5-3DDC-4B4B-BE20-267EC7742F0F}" destId="{754028F4-2622-43E6-9672-D5F2F0EF8D5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8B5E32-ED6D-4BC9-85C5-BF1D6829A77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ECD5C21-5E1D-4ABC-A581-3511785F51F1}">
      <dgm:prSet/>
      <dgm:spPr/>
      <dgm:t>
        <a:bodyPr/>
        <a:lstStyle/>
        <a:p>
          <a:r>
            <a:rPr lang="en-US" b="1" i="0" baseline="0"/>
            <a:t>Combined Value:</a:t>
          </a:r>
          <a:r>
            <a:rPr lang="en-US" b="0" i="0" baseline="0"/>
            <a:t> Utilizing both prediction and clustering gives a much deeper insight into student performance and behavior.</a:t>
          </a:r>
          <a:endParaRPr lang="en-US"/>
        </a:p>
      </dgm:t>
    </dgm:pt>
    <dgm:pt modelId="{DCAF8E33-177D-40BE-B87D-E46B2970CFC4}" type="parTrans" cxnId="{717BA9DD-7896-45A7-8542-D305F761EDEF}">
      <dgm:prSet/>
      <dgm:spPr/>
      <dgm:t>
        <a:bodyPr/>
        <a:lstStyle/>
        <a:p>
          <a:endParaRPr lang="en-US"/>
        </a:p>
      </dgm:t>
    </dgm:pt>
    <dgm:pt modelId="{CEA00DD1-A04C-4D81-975D-AF22EB463B08}" type="sibTrans" cxnId="{717BA9DD-7896-45A7-8542-D305F761EDEF}">
      <dgm:prSet/>
      <dgm:spPr/>
      <dgm:t>
        <a:bodyPr/>
        <a:lstStyle/>
        <a:p>
          <a:endParaRPr lang="en-US"/>
        </a:p>
      </dgm:t>
    </dgm:pt>
    <dgm:pt modelId="{B5F779B7-BB2C-4CCE-BAE6-8504FCA415EE}">
      <dgm:prSet/>
      <dgm:spPr/>
      <dgm:t>
        <a:bodyPr/>
        <a:lstStyle/>
        <a:p>
          <a:r>
            <a:rPr lang="en-US" b="1" i="0" baseline="0"/>
            <a:t>Critical Indicators:</a:t>
          </a:r>
          <a:r>
            <a:rPr lang="en-US" b="0" i="0" baseline="0"/>
            <a:t> Previous academic results (especially G2) and attendance records have a significant impact on final performance.</a:t>
          </a:r>
          <a:endParaRPr lang="en-US"/>
        </a:p>
      </dgm:t>
    </dgm:pt>
    <dgm:pt modelId="{E20CCA42-92D2-4122-BBB3-C7F122AC2043}" type="parTrans" cxnId="{D500A734-8168-4055-85AE-BA96D7653362}">
      <dgm:prSet/>
      <dgm:spPr/>
      <dgm:t>
        <a:bodyPr/>
        <a:lstStyle/>
        <a:p>
          <a:endParaRPr lang="en-US"/>
        </a:p>
      </dgm:t>
    </dgm:pt>
    <dgm:pt modelId="{18A08557-16C1-4021-8473-8FC485D1396C}" type="sibTrans" cxnId="{D500A734-8168-4055-85AE-BA96D7653362}">
      <dgm:prSet/>
      <dgm:spPr/>
      <dgm:t>
        <a:bodyPr/>
        <a:lstStyle/>
        <a:p>
          <a:endParaRPr lang="en-US"/>
        </a:p>
      </dgm:t>
    </dgm:pt>
    <dgm:pt modelId="{609E6C88-0BD7-4DB4-AC8A-6C234DDEB5D0}">
      <dgm:prSet/>
      <dgm:spPr/>
      <dgm:t>
        <a:bodyPr/>
        <a:lstStyle/>
        <a:p>
          <a:r>
            <a:rPr lang="en-US" b="1" i="0" baseline="0"/>
            <a:t>Early Intervention:</a:t>
          </a:r>
          <a:r>
            <a:rPr lang="en-US" b="0" i="0" baseline="0"/>
            <a:t> These findings can help educators identify struggling students early and provide targeted support.</a:t>
          </a:r>
          <a:endParaRPr lang="en-US"/>
        </a:p>
      </dgm:t>
    </dgm:pt>
    <dgm:pt modelId="{9AC8D92D-9570-4A7B-A073-887B5B44DDF3}" type="parTrans" cxnId="{B59C97F6-3BAF-4EB7-A686-B4C641C8127E}">
      <dgm:prSet/>
      <dgm:spPr/>
      <dgm:t>
        <a:bodyPr/>
        <a:lstStyle/>
        <a:p>
          <a:endParaRPr lang="en-US"/>
        </a:p>
      </dgm:t>
    </dgm:pt>
    <dgm:pt modelId="{F59D4D05-43E6-4117-B12A-1919B36F4D3E}" type="sibTrans" cxnId="{B59C97F6-3BAF-4EB7-A686-B4C641C8127E}">
      <dgm:prSet/>
      <dgm:spPr/>
      <dgm:t>
        <a:bodyPr/>
        <a:lstStyle/>
        <a:p>
          <a:endParaRPr lang="en-US"/>
        </a:p>
      </dgm:t>
    </dgm:pt>
    <dgm:pt modelId="{6F96A2C4-7C12-48CB-9F7C-58561111DC6B}">
      <dgm:prSet/>
      <dgm:spPr/>
      <dgm:t>
        <a:bodyPr/>
        <a:lstStyle/>
        <a:p>
          <a:r>
            <a:rPr lang="en-US" b="1" i="0" baseline="0"/>
            <a:t>System Improvement:</a:t>
          </a:r>
          <a:r>
            <a:rPr lang="en-US" b="0" i="0" baseline="0"/>
            <a:t> Ultimately, this approach supports making better, data-driven decisions to enhance the educational environment.</a:t>
          </a:r>
          <a:endParaRPr lang="en-US"/>
        </a:p>
      </dgm:t>
    </dgm:pt>
    <dgm:pt modelId="{5F157669-1BC7-4D47-9A94-25A73AF5A517}" type="parTrans" cxnId="{D11F9F27-2EF8-4732-827D-F4FE34BE5E8E}">
      <dgm:prSet/>
      <dgm:spPr/>
      <dgm:t>
        <a:bodyPr/>
        <a:lstStyle/>
        <a:p>
          <a:endParaRPr lang="en-US"/>
        </a:p>
      </dgm:t>
    </dgm:pt>
    <dgm:pt modelId="{8A64A60F-FF95-4A4D-AB95-FAA9FF9ED23F}" type="sibTrans" cxnId="{D11F9F27-2EF8-4732-827D-F4FE34BE5E8E}">
      <dgm:prSet/>
      <dgm:spPr/>
      <dgm:t>
        <a:bodyPr/>
        <a:lstStyle/>
        <a:p>
          <a:endParaRPr lang="en-US"/>
        </a:p>
      </dgm:t>
    </dgm:pt>
    <dgm:pt modelId="{69ACF481-20CE-4808-991A-B4E5F45B70E9}" type="pres">
      <dgm:prSet presAssocID="{6C8B5E32-ED6D-4BC9-85C5-BF1D6829A779}" presName="root" presStyleCnt="0">
        <dgm:presLayoutVars>
          <dgm:dir/>
          <dgm:resizeHandles val="exact"/>
        </dgm:presLayoutVars>
      </dgm:prSet>
      <dgm:spPr/>
    </dgm:pt>
    <dgm:pt modelId="{952BB517-20FC-4A34-AB4D-E50C340914ED}" type="pres">
      <dgm:prSet presAssocID="{FECD5C21-5E1D-4ABC-A581-3511785F51F1}" presName="compNode" presStyleCnt="0"/>
      <dgm:spPr/>
    </dgm:pt>
    <dgm:pt modelId="{D18C4308-C5A3-442F-B028-64025E9EA360}" type="pres">
      <dgm:prSet presAssocID="{FECD5C21-5E1D-4ABC-A581-3511785F51F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F92BCE50-A7F6-4D67-B8A1-BF92E1E36749}" type="pres">
      <dgm:prSet presAssocID="{FECD5C21-5E1D-4ABC-A581-3511785F51F1}" presName="spaceRect" presStyleCnt="0"/>
      <dgm:spPr/>
    </dgm:pt>
    <dgm:pt modelId="{2E091AF5-C02F-41B2-860A-F0FD012D574D}" type="pres">
      <dgm:prSet presAssocID="{FECD5C21-5E1D-4ABC-A581-3511785F51F1}" presName="textRect" presStyleLbl="revTx" presStyleIdx="0" presStyleCnt="4">
        <dgm:presLayoutVars>
          <dgm:chMax val="1"/>
          <dgm:chPref val="1"/>
        </dgm:presLayoutVars>
      </dgm:prSet>
      <dgm:spPr/>
    </dgm:pt>
    <dgm:pt modelId="{B4526AC6-A092-4D4F-81D0-0559A8368135}" type="pres">
      <dgm:prSet presAssocID="{CEA00DD1-A04C-4D81-975D-AF22EB463B08}" presName="sibTrans" presStyleCnt="0"/>
      <dgm:spPr/>
    </dgm:pt>
    <dgm:pt modelId="{7EFF7639-92AF-4BD2-83B7-AC58911814F8}" type="pres">
      <dgm:prSet presAssocID="{B5F779B7-BB2C-4CCE-BAE6-8504FCA415EE}" presName="compNode" presStyleCnt="0"/>
      <dgm:spPr/>
    </dgm:pt>
    <dgm:pt modelId="{99B409D0-47D1-4669-B60C-90C74A98B3C8}" type="pres">
      <dgm:prSet presAssocID="{B5F779B7-BB2C-4CCE-BAE6-8504FCA415E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6C55F20-29C3-4040-88C3-D27A3F53B71E}" type="pres">
      <dgm:prSet presAssocID="{B5F779B7-BB2C-4CCE-BAE6-8504FCA415EE}" presName="spaceRect" presStyleCnt="0"/>
      <dgm:spPr/>
    </dgm:pt>
    <dgm:pt modelId="{78FC48A1-9377-4AC2-A889-C2B7D451F31E}" type="pres">
      <dgm:prSet presAssocID="{B5F779B7-BB2C-4CCE-BAE6-8504FCA415EE}" presName="textRect" presStyleLbl="revTx" presStyleIdx="1" presStyleCnt="4">
        <dgm:presLayoutVars>
          <dgm:chMax val="1"/>
          <dgm:chPref val="1"/>
        </dgm:presLayoutVars>
      </dgm:prSet>
      <dgm:spPr/>
    </dgm:pt>
    <dgm:pt modelId="{645AA5C6-FD2B-438B-AFB7-AB55B6B1A048}" type="pres">
      <dgm:prSet presAssocID="{18A08557-16C1-4021-8473-8FC485D1396C}" presName="sibTrans" presStyleCnt="0"/>
      <dgm:spPr/>
    </dgm:pt>
    <dgm:pt modelId="{5A115297-320A-4BD2-AC78-9CE43BA6F574}" type="pres">
      <dgm:prSet presAssocID="{609E6C88-0BD7-4DB4-AC8A-6C234DDEB5D0}" presName="compNode" presStyleCnt="0"/>
      <dgm:spPr/>
    </dgm:pt>
    <dgm:pt modelId="{67BEA78E-446A-4B82-A52F-F3D28B5DDF82}" type="pres">
      <dgm:prSet presAssocID="{609E6C88-0BD7-4DB4-AC8A-6C234DDEB5D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57F8BF4D-6CDB-440B-975A-7EEA5605E82E}" type="pres">
      <dgm:prSet presAssocID="{609E6C88-0BD7-4DB4-AC8A-6C234DDEB5D0}" presName="spaceRect" presStyleCnt="0"/>
      <dgm:spPr/>
    </dgm:pt>
    <dgm:pt modelId="{05FF2EEC-9268-40F0-86CD-B5353242CD4B}" type="pres">
      <dgm:prSet presAssocID="{609E6C88-0BD7-4DB4-AC8A-6C234DDEB5D0}" presName="textRect" presStyleLbl="revTx" presStyleIdx="2" presStyleCnt="4">
        <dgm:presLayoutVars>
          <dgm:chMax val="1"/>
          <dgm:chPref val="1"/>
        </dgm:presLayoutVars>
      </dgm:prSet>
      <dgm:spPr/>
    </dgm:pt>
    <dgm:pt modelId="{289635AF-CF63-402A-A4D4-E00E56F3D92C}" type="pres">
      <dgm:prSet presAssocID="{F59D4D05-43E6-4117-B12A-1919B36F4D3E}" presName="sibTrans" presStyleCnt="0"/>
      <dgm:spPr/>
    </dgm:pt>
    <dgm:pt modelId="{59D03E4B-2D51-400C-8335-FB016218C221}" type="pres">
      <dgm:prSet presAssocID="{6F96A2C4-7C12-48CB-9F7C-58561111DC6B}" presName="compNode" presStyleCnt="0"/>
      <dgm:spPr/>
    </dgm:pt>
    <dgm:pt modelId="{36947B5B-A240-4AC0-A1F0-358A24F78F5F}" type="pres">
      <dgm:prSet presAssocID="{6F96A2C4-7C12-48CB-9F7C-58561111DC6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D963B2E0-682F-421F-83C0-146E2962DEA9}" type="pres">
      <dgm:prSet presAssocID="{6F96A2C4-7C12-48CB-9F7C-58561111DC6B}" presName="spaceRect" presStyleCnt="0"/>
      <dgm:spPr/>
    </dgm:pt>
    <dgm:pt modelId="{41434B52-FEFC-4194-85BE-E247BE1C48D9}" type="pres">
      <dgm:prSet presAssocID="{6F96A2C4-7C12-48CB-9F7C-58561111DC6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663881B-4AE8-4256-80FA-2E364FAA49BF}" type="presOf" srcId="{6C8B5E32-ED6D-4BC9-85C5-BF1D6829A779}" destId="{69ACF481-20CE-4808-991A-B4E5F45B70E9}" srcOrd="0" destOrd="0" presId="urn:microsoft.com/office/officeart/2018/2/layout/IconLabelList"/>
    <dgm:cxn modelId="{8F2BDC1F-361F-4825-A539-8A93927ED470}" type="presOf" srcId="{609E6C88-0BD7-4DB4-AC8A-6C234DDEB5D0}" destId="{05FF2EEC-9268-40F0-86CD-B5353242CD4B}" srcOrd="0" destOrd="0" presId="urn:microsoft.com/office/officeart/2018/2/layout/IconLabelList"/>
    <dgm:cxn modelId="{D11F9F27-2EF8-4732-827D-F4FE34BE5E8E}" srcId="{6C8B5E32-ED6D-4BC9-85C5-BF1D6829A779}" destId="{6F96A2C4-7C12-48CB-9F7C-58561111DC6B}" srcOrd="3" destOrd="0" parTransId="{5F157669-1BC7-4D47-9A94-25A73AF5A517}" sibTransId="{8A64A60F-FF95-4A4D-AB95-FAA9FF9ED23F}"/>
    <dgm:cxn modelId="{D500A734-8168-4055-85AE-BA96D7653362}" srcId="{6C8B5E32-ED6D-4BC9-85C5-BF1D6829A779}" destId="{B5F779B7-BB2C-4CCE-BAE6-8504FCA415EE}" srcOrd="1" destOrd="0" parTransId="{E20CCA42-92D2-4122-BBB3-C7F122AC2043}" sibTransId="{18A08557-16C1-4021-8473-8FC485D1396C}"/>
    <dgm:cxn modelId="{E4814C6D-9CBB-4A68-8B8A-D34C0F4D7960}" type="presOf" srcId="{FECD5C21-5E1D-4ABC-A581-3511785F51F1}" destId="{2E091AF5-C02F-41B2-860A-F0FD012D574D}" srcOrd="0" destOrd="0" presId="urn:microsoft.com/office/officeart/2018/2/layout/IconLabelList"/>
    <dgm:cxn modelId="{635346C8-0170-4B77-B166-6F14832D53DF}" type="presOf" srcId="{B5F779B7-BB2C-4CCE-BAE6-8504FCA415EE}" destId="{78FC48A1-9377-4AC2-A889-C2B7D451F31E}" srcOrd="0" destOrd="0" presId="urn:microsoft.com/office/officeart/2018/2/layout/IconLabelList"/>
    <dgm:cxn modelId="{855355D6-E089-4DA8-9E6B-26091254B178}" type="presOf" srcId="{6F96A2C4-7C12-48CB-9F7C-58561111DC6B}" destId="{41434B52-FEFC-4194-85BE-E247BE1C48D9}" srcOrd="0" destOrd="0" presId="urn:microsoft.com/office/officeart/2018/2/layout/IconLabelList"/>
    <dgm:cxn modelId="{717BA9DD-7896-45A7-8542-D305F761EDEF}" srcId="{6C8B5E32-ED6D-4BC9-85C5-BF1D6829A779}" destId="{FECD5C21-5E1D-4ABC-A581-3511785F51F1}" srcOrd="0" destOrd="0" parTransId="{DCAF8E33-177D-40BE-B87D-E46B2970CFC4}" sibTransId="{CEA00DD1-A04C-4D81-975D-AF22EB463B08}"/>
    <dgm:cxn modelId="{B59C97F6-3BAF-4EB7-A686-B4C641C8127E}" srcId="{6C8B5E32-ED6D-4BC9-85C5-BF1D6829A779}" destId="{609E6C88-0BD7-4DB4-AC8A-6C234DDEB5D0}" srcOrd="2" destOrd="0" parTransId="{9AC8D92D-9570-4A7B-A073-887B5B44DDF3}" sibTransId="{F59D4D05-43E6-4117-B12A-1919B36F4D3E}"/>
    <dgm:cxn modelId="{24662F50-7889-4717-94CF-899FFF879701}" type="presParOf" srcId="{69ACF481-20CE-4808-991A-B4E5F45B70E9}" destId="{952BB517-20FC-4A34-AB4D-E50C340914ED}" srcOrd="0" destOrd="0" presId="urn:microsoft.com/office/officeart/2018/2/layout/IconLabelList"/>
    <dgm:cxn modelId="{CA9CAD3C-1962-45FF-9088-488C2B83FF0F}" type="presParOf" srcId="{952BB517-20FC-4A34-AB4D-E50C340914ED}" destId="{D18C4308-C5A3-442F-B028-64025E9EA360}" srcOrd="0" destOrd="0" presId="urn:microsoft.com/office/officeart/2018/2/layout/IconLabelList"/>
    <dgm:cxn modelId="{2AA47D85-F737-4AA6-97A1-FC05A91888E8}" type="presParOf" srcId="{952BB517-20FC-4A34-AB4D-E50C340914ED}" destId="{F92BCE50-A7F6-4D67-B8A1-BF92E1E36749}" srcOrd="1" destOrd="0" presId="urn:microsoft.com/office/officeart/2018/2/layout/IconLabelList"/>
    <dgm:cxn modelId="{10BFB6CF-3332-489C-8EA5-85D99749E4D0}" type="presParOf" srcId="{952BB517-20FC-4A34-AB4D-E50C340914ED}" destId="{2E091AF5-C02F-41B2-860A-F0FD012D574D}" srcOrd="2" destOrd="0" presId="urn:microsoft.com/office/officeart/2018/2/layout/IconLabelList"/>
    <dgm:cxn modelId="{D4089BA6-FB6B-4787-AFFD-BADD7EB30CAF}" type="presParOf" srcId="{69ACF481-20CE-4808-991A-B4E5F45B70E9}" destId="{B4526AC6-A092-4D4F-81D0-0559A8368135}" srcOrd="1" destOrd="0" presId="urn:microsoft.com/office/officeart/2018/2/layout/IconLabelList"/>
    <dgm:cxn modelId="{3ED408BD-B16D-4D11-823D-43B932CC0FA6}" type="presParOf" srcId="{69ACF481-20CE-4808-991A-B4E5F45B70E9}" destId="{7EFF7639-92AF-4BD2-83B7-AC58911814F8}" srcOrd="2" destOrd="0" presId="urn:microsoft.com/office/officeart/2018/2/layout/IconLabelList"/>
    <dgm:cxn modelId="{DF18F4C5-087A-42A0-98CD-8DB3790C0B1A}" type="presParOf" srcId="{7EFF7639-92AF-4BD2-83B7-AC58911814F8}" destId="{99B409D0-47D1-4669-B60C-90C74A98B3C8}" srcOrd="0" destOrd="0" presId="urn:microsoft.com/office/officeart/2018/2/layout/IconLabelList"/>
    <dgm:cxn modelId="{135C3E5E-7329-48C0-BDD0-C7FDE52EDE7A}" type="presParOf" srcId="{7EFF7639-92AF-4BD2-83B7-AC58911814F8}" destId="{A6C55F20-29C3-4040-88C3-D27A3F53B71E}" srcOrd="1" destOrd="0" presId="urn:microsoft.com/office/officeart/2018/2/layout/IconLabelList"/>
    <dgm:cxn modelId="{53A02608-C28E-4AE3-8D12-EC0E93CB0A6F}" type="presParOf" srcId="{7EFF7639-92AF-4BD2-83B7-AC58911814F8}" destId="{78FC48A1-9377-4AC2-A889-C2B7D451F31E}" srcOrd="2" destOrd="0" presId="urn:microsoft.com/office/officeart/2018/2/layout/IconLabelList"/>
    <dgm:cxn modelId="{68493812-D4FA-47E2-B110-0BD7AF9BA998}" type="presParOf" srcId="{69ACF481-20CE-4808-991A-B4E5F45B70E9}" destId="{645AA5C6-FD2B-438B-AFB7-AB55B6B1A048}" srcOrd="3" destOrd="0" presId="urn:microsoft.com/office/officeart/2018/2/layout/IconLabelList"/>
    <dgm:cxn modelId="{31ABE7B7-7B02-47F9-AE97-FFF2DE7A19D3}" type="presParOf" srcId="{69ACF481-20CE-4808-991A-B4E5F45B70E9}" destId="{5A115297-320A-4BD2-AC78-9CE43BA6F574}" srcOrd="4" destOrd="0" presId="urn:microsoft.com/office/officeart/2018/2/layout/IconLabelList"/>
    <dgm:cxn modelId="{C7D05461-536C-401C-8D15-F0749C6FB8ED}" type="presParOf" srcId="{5A115297-320A-4BD2-AC78-9CE43BA6F574}" destId="{67BEA78E-446A-4B82-A52F-F3D28B5DDF82}" srcOrd="0" destOrd="0" presId="urn:microsoft.com/office/officeart/2018/2/layout/IconLabelList"/>
    <dgm:cxn modelId="{794784FC-489D-4802-BDFA-A7AC1CB09EFA}" type="presParOf" srcId="{5A115297-320A-4BD2-AC78-9CE43BA6F574}" destId="{57F8BF4D-6CDB-440B-975A-7EEA5605E82E}" srcOrd="1" destOrd="0" presId="urn:microsoft.com/office/officeart/2018/2/layout/IconLabelList"/>
    <dgm:cxn modelId="{CADB688B-DEC7-4445-AE52-22C690287B9C}" type="presParOf" srcId="{5A115297-320A-4BD2-AC78-9CE43BA6F574}" destId="{05FF2EEC-9268-40F0-86CD-B5353242CD4B}" srcOrd="2" destOrd="0" presId="urn:microsoft.com/office/officeart/2018/2/layout/IconLabelList"/>
    <dgm:cxn modelId="{B66A1305-6099-4D13-94EA-B45C1CD30B57}" type="presParOf" srcId="{69ACF481-20CE-4808-991A-B4E5F45B70E9}" destId="{289635AF-CF63-402A-A4D4-E00E56F3D92C}" srcOrd="5" destOrd="0" presId="urn:microsoft.com/office/officeart/2018/2/layout/IconLabelList"/>
    <dgm:cxn modelId="{190F1F1C-CCD8-4177-815A-6BA31AADB5C2}" type="presParOf" srcId="{69ACF481-20CE-4808-991A-B4E5F45B70E9}" destId="{59D03E4B-2D51-400C-8335-FB016218C221}" srcOrd="6" destOrd="0" presId="urn:microsoft.com/office/officeart/2018/2/layout/IconLabelList"/>
    <dgm:cxn modelId="{CB2D1679-00CE-45E2-8CDF-079340226BD7}" type="presParOf" srcId="{59D03E4B-2D51-400C-8335-FB016218C221}" destId="{36947B5B-A240-4AC0-A1F0-358A24F78F5F}" srcOrd="0" destOrd="0" presId="urn:microsoft.com/office/officeart/2018/2/layout/IconLabelList"/>
    <dgm:cxn modelId="{DF644795-3342-4067-99B3-35AC056771D3}" type="presParOf" srcId="{59D03E4B-2D51-400C-8335-FB016218C221}" destId="{D963B2E0-682F-421F-83C0-146E2962DEA9}" srcOrd="1" destOrd="0" presId="urn:microsoft.com/office/officeart/2018/2/layout/IconLabelList"/>
    <dgm:cxn modelId="{B5BE62A2-7430-44C1-ACAB-EB4241848102}" type="presParOf" srcId="{59D03E4B-2D51-400C-8335-FB016218C221}" destId="{41434B52-FEFC-4194-85BE-E247BE1C48D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374451-9D32-4DBA-84BB-45F295B9B857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B49CBA-8BB7-430D-B6B5-CEEC5D64D28B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F8A12-0A3E-45EA-8CEF-0B9D35F3426E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Understanding Potential:</a:t>
          </a:r>
          <a:r>
            <a:rPr lang="en-US" sz="2100" b="0" i="0" kern="1200" baseline="0"/>
            <a:t> Analyzing how students perform is important for identifying weak areas, learning gaps, and overall potential.</a:t>
          </a:r>
          <a:endParaRPr lang="en-US" sz="2100" kern="1200"/>
        </a:p>
      </dsp:txBody>
      <dsp:txXfrm>
        <a:off x="1058686" y="1808"/>
        <a:ext cx="9456913" cy="916611"/>
      </dsp:txXfrm>
    </dsp:sp>
    <dsp:sp modelId="{BA246CF6-229C-4FD5-972D-A31C542D8CAE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D154D-0E49-42DC-9EDF-194C3EAD8DA7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41A59-7D90-425E-85BE-3EA88301ABA8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Core Objective:</a:t>
          </a:r>
          <a:r>
            <a:rPr lang="en-US" sz="2100" b="0" i="0" kern="1200" baseline="0"/>
            <a:t> This project utilizes machine learning techniques to study past student data and predict future performance.</a:t>
          </a:r>
          <a:endParaRPr lang="en-US" sz="2100" kern="1200"/>
        </a:p>
      </dsp:txBody>
      <dsp:txXfrm>
        <a:off x="1058686" y="1147573"/>
        <a:ext cx="9456913" cy="916611"/>
      </dsp:txXfrm>
    </dsp:sp>
    <dsp:sp modelId="{BBE14C8A-17E2-4277-8ACD-A787589D66DC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FADB0-2449-43D6-81DF-1417F386ECCE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032D21-8571-41AE-9B7C-026D000FAD64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Two-Part Approach:</a:t>
          </a:r>
          <a:r>
            <a:rPr lang="en-US" sz="2100" b="0" i="0" kern="1200" baseline="0"/>
            <a:t> The study applies supervised learning to predict scores and unsupervised clustering to group students based on behavior and academics.</a:t>
          </a:r>
          <a:endParaRPr lang="en-US" sz="2100" kern="1200"/>
        </a:p>
      </dsp:txBody>
      <dsp:txXfrm>
        <a:off x="1058686" y="2293338"/>
        <a:ext cx="9456913" cy="916611"/>
      </dsp:txXfrm>
    </dsp:sp>
    <dsp:sp modelId="{9256AE6A-92FB-47DC-986E-2B7E8E1168BC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63AA3D-2B3A-4D89-86F6-959DB54725F3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B6AB8-82AD-4ADC-B213-25E38434CDA6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Ultimate Goal:</a:t>
          </a:r>
          <a:r>
            <a:rPr lang="en-US" sz="2100" b="0" i="0" kern="1200" baseline="0"/>
            <a:t> These insights aim to help improve the education system and support students more effectively.</a:t>
          </a:r>
          <a:endParaRPr lang="en-US" sz="2100" kern="1200"/>
        </a:p>
      </dsp:txBody>
      <dsp:txXfrm>
        <a:off x="1058686" y="3439103"/>
        <a:ext cx="9456913" cy="916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75AED0-43F8-4AEF-AC39-48DA268DE0ED}">
      <dsp:nvSpPr>
        <dsp:cNvPr id="0" name=""/>
        <dsp:cNvSpPr/>
      </dsp:nvSpPr>
      <dsp:spPr>
        <a:xfrm>
          <a:off x="213" y="550072"/>
          <a:ext cx="2577217" cy="30926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Data Source:</a:t>
          </a:r>
          <a:r>
            <a:rPr lang="en-US" sz="1500" b="0" i="0" kern="1200" baseline="0"/>
            <a:t> The dataset focuses on students from two Portuguese high schools, separated into Mathematics and Portuguese courses.</a:t>
          </a:r>
          <a:endParaRPr lang="en-US" sz="1500" kern="1200"/>
        </a:p>
      </dsp:txBody>
      <dsp:txXfrm>
        <a:off x="213" y="1787136"/>
        <a:ext cx="2577217" cy="1855596"/>
      </dsp:txXfrm>
    </dsp:sp>
    <dsp:sp modelId="{C0DF0F80-6322-459F-8593-AFB9A8292635}">
      <dsp:nvSpPr>
        <dsp:cNvPr id="0" name=""/>
        <dsp:cNvSpPr/>
      </dsp:nvSpPr>
      <dsp:spPr>
        <a:xfrm>
          <a:off x="213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01</a:t>
          </a:r>
        </a:p>
      </dsp:txBody>
      <dsp:txXfrm>
        <a:off x="213" y="550072"/>
        <a:ext cx="2577217" cy="1237064"/>
      </dsp:txXfrm>
    </dsp:sp>
    <dsp:sp modelId="{F291206E-E042-4210-B21C-AFD5F2E3C6A6}">
      <dsp:nvSpPr>
        <dsp:cNvPr id="0" name=""/>
        <dsp:cNvSpPr/>
      </dsp:nvSpPr>
      <dsp:spPr>
        <a:xfrm>
          <a:off x="2783608" y="550072"/>
          <a:ext cx="2577217" cy="30926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Features:</a:t>
          </a:r>
          <a:r>
            <a:rPr lang="en-US" sz="1500" b="0" i="0" kern="1200" baseline="0"/>
            <a:t> It includes school reports and questionnaires detailing academic records, demographics, and social background attributes.</a:t>
          </a:r>
          <a:endParaRPr lang="en-US" sz="1500" kern="1200"/>
        </a:p>
      </dsp:txBody>
      <dsp:txXfrm>
        <a:off x="2783608" y="1787136"/>
        <a:ext cx="2577217" cy="1855596"/>
      </dsp:txXfrm>
    </dsp:sp>
    <dsp:sp modelId="{114302E8-9E9D-4ABF-B2E5-53B11DFB00DF}">
      <dsp:nvSpPr>
        <dsp:cNvPr id="0" name=""/>
        <dsp:cNvSpPr/>
      </dsp:nvSpPr>
      <dsp:spPr>
        <a:xfrm>
          <a:off x="2783608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02</a:t>
          </a:r>
        </a:p>
      </dsp:txBody>
      <dsp:txXfrm>
        <a:off x="2783608" y="550072"/>
        <a:ext cx="2577217" cy="1237064"/>
      </dsp:txXfrm>
    </dsp:sp>
    <dsp:sp modelId="{714B1614-C283-4DEB-8EB2-9DD4119E24B5}">
      <dsp:nvSpPr>
        <dsp:cNvPr id="0" name=""/>
        <dsp:cNvSpPr/>
      </dsp:nvSpPr>
      <dsp:spPr>
        <a:xfrm>
          <a:off x="5567003" y="550072"/>
          <a:ext cx="2577217" cy="30926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Data Quality:</a:t>
          </a:r>
          <a:r>
            <a:rPr lang="en-US" sz="1500" b="0" i="0" kern="1200" baseline="0"/>
            <a:t> Initial checks confirmed there were no missing values or duplicate records in the data.</a:t>
          </a:r>
          <a:endParaRPr lang="en-US" sz="1500" kern="1200"/>
        </a:p>
      </dsp:txBody>
      <dsp:txXfrm>
        <a:off x="5567003" y="1787136"/>
        <a:ext cx="2577217" cy="1855596"/>
      </dsp:txXfrm>
    </dsp:sp>
    <dsp:sp modelId="{6397166F-E26A-41CA-A760-DF8E014C1F71}">
      <dsp:nvSpPr>
        <dsp:cNvPr id="0" name=""/>
        <dsp:cNvSpPr/>
      </dsp:nvSpPr>
      <dsp:spPr>
        <a:xfrm>
          <a:off x="5567003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03</a:t>
          </a:r>
        </a:p>
      </dsp:txBody>
      <dsp:txXfrm>
        <a:off x="5567003" y="550072"/>
        <a:ext cx="2577217" cy="1237064"/>
      </dsp:txXfrm>
    </dsp:sp>
    <dsp:sp modelId="{18E514F4-816D-49C2-A5DD-54DC19DFB129}">
      <dsp:nvSpPr>
        <dsp:cNvPr id="0" name=""/>
        <dsp:cNvSpPr/>
      </dsp:nvSpPr>
      <dsp:spPr>
        <a:xfrm>
          <a:off x="8350398" y="550072"/>
          <a:ext cx="2577217" cy="309266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Preparation:</a:t>
          </a:r>
          <a:r>
            <a:rPr lang="en-US" sz="1500" b="0" i="0" kern="1200" baseline="0"/>
            <a:t> Categorical variables were standardized and converted into numerical formats using pandas' get_dummies function for further analysis.</a:t>
          </a:r>
          <a:endParaRPr lang="en-US" sz="1500" kern="1200"/>
        </a:p>
      </dsp:txBody>
      <dsp:txXfrm>
        <a:off x="8350398" y="1787136"/>
        <a:ext cx="2577217" cy="1855596"/>
      </dsp:txXfrm>
    </dsp:sp>
    <dsp:sp modelId="{E7973541-C7B7-4FA2-9695-E3B8615D619D}">
      <dsp:nvSpPr>
        <dsp:cNvPr id="0" name=""/>
        <dsp:cNvSpPr/>
      </dsp:nvSpPr>
      <dsp:spPr>
        <a:xfrm>
          <a:off x="8350398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04</a:t>
          </a:r>
        </a:p>
      </dsp:txBody>
      <dsp:txXfrm>
        <a:off x="8350398" y="550072"/>
        <a:ext cx="2577217" cy="12370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9161D2-7463-43A8-A906-9015830992EC}">
      <dsp:nvSpPr>
        <dsp:cNvPr id="0" name=""/>
        <dsp:cNvSpPr/>
      </dsp:nvSpPr>
      <dsp:spPr>
        <a:xfrm>
          <a:off x="0" y="2284"/>
          <a:ext cx="5861090" cy="11575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1E4E9E-9D37-4922-9410-BE09CE439A9E}">
      <dsp:nvSpPr>
        <dsp:cNvPr id="0" name=""/>
        <dsp:cNvSpPr/>
      </dsp:nvSpPr>
      <dsp:spPr>
        <a:xfrm>
          <a:off x="350172" y="262743"/>
          <a:ext cx="636677" cy="6366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2A5CEE-872B-481E-98F1-A1477FA08DCE}">
      <dsp:nvSpPr>
        <dsp:cNvPr id="0" name=""/>
        <dsp:cNvSpPr/>
      </dsp:nvSpPr>
      <dsp:spPr>
        <a:xfrm>
          <a:off x="1337023" y="2284"/>
          <a:ext cx="4524066" cy="1157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12" tIns="122512" rIns="122512" bIns="12251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Clustering Technique:</a:t>
          </a:r>
          <a:r>
            <a:rPr lang="en-US" sz="1400" b="0" i="0" kern="1200" baseline="0"/>
            <a:t> K-Prototypes was used because standard algorithms cannot handle the dataset's mixed categorical and continuous variables.</a:t>
          </a:r>
          <a:endParaRPr lang="en-US" sz="1400" kern="1200"/>
        </a:p>
      </dsp:txBody>
      <dsp:txXfrm>
        <a:off x="1337023" y="2284"/>
        <a:ext cx="4524066" cy="1157596"/>
      </dsp:txXfrm>
    </dsp:sp>
    <dsp:sp modelId="{3AB577AC-5881-4320-B1B9-7CD0CA7472F8}">
      <dsp:nvSpPr>
        <dsp:cNvPr id="0" name=""/>
        <dsp:cNvSpPr/>
      </dsp:nvSpPr>
      <dsp:spPr>
        <a:xfrm>
          <a:off x="0" y="1449279"/>
          <a:ext cx="5861090" cy="11575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043E48-A4B9-48C2-9219-4E312C9910A1}">
      <dsp:nvSpPr>
        <dsp:cNvPr id="0" name=""/>
        <dsp:cNvSpPr/>
      </dsp:nvSpPr>
      <dsp:spPr>
        <a:xfrm>
          <a:off x="350172" y="1709738"/>
          <a:ext cx="636677" cy="6366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790519-D628-4018-87D4-4BB94510A129}">
      <dsp:nvSpPr>
        <dsp:cNvPr id="0" name=""/>
        <dsp:cNvSpPr/>
      </dsp:nvSpPr>
      <dsp:spPr>
        <a:xfrm>
          <a:off x="1337023" y="1449279"/>
          <a:ext cx="4524066" cy="1157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12" tIns="122512" rIns="122512" bIns="12251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Optimal Clusters:</a:t>
          </a:r>
          <a:r>
            <a:rPr lang="en-US" sz="1400" b="0" i="0" kern="1200" baseline="0"/>
            <a:t> The Elbow Method identified 3 as the most mathematically efficient number of clusters for this dataset.</a:t>
          </a:r>
          <a:endParaRPr lang="en-US" sz="1400" kern="1200"/>
        </a:p>
      </dsp:txBody>
      <dsp:txXfrm>
        <a:off x="1337023" y="1449279"/>
        <a:ext cx="4524066" cy="1157596"/>
      </dsp:txXfrm>
    </dsp:sp>
    <dsp:sp modelId="{12ACDF20-C5D2-4F18-806B-E50D74D1DC77}">
      <dsp:nvSpPr>
        <dsp:cNvPr id="0" name=""/>
        <dsp:cNvSpPr/>
      </dsp:nvSpPr>
      <dsp:spPr>
        <a:xfrm>
          <a:off x="0" y="2896274"/>
          <a:ext cx="5861090" cy="11575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789CC9-EA45-41AA-998F-89A48E27DC4A}">
      <dsp:nvSpPr>
        <dsp:cNvPr id="0" name=""/>
        <dsp:cNvSpPr/>
      </dsp:nvSpPr>
      <dsp:spPr>
        <a:xfrm>
          <a:off x="350172" y="3156733"/>
          <a:ext cx="636677" cy="6366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FD6E7-6AAD-40D3-B4BF-78B9029D10E1}">
      <dsp:nvSpPr>
        <dsp:cNvPr id="0" name=""/>
        <dsp:cNvSpPr/>
      </dsp:nvSpPr>
      <dsp:spPr>
        <a:xfrm>
          <a:off x="1337023" y="2896274"/>
          <a:ext cx="4524066" cy="1157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12" tIns="122512" rIns="122512" bIns="12251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Model Success:</a:t>
          </a:r>
          <a:r>
            <a:rPr lang="en-US" sz="1400" b="0" i="0" kern="1200" baseline="0"/>
            <a:t> Students were successfully grouped into three main categories, achieving a silhouette score of 0.35.</a:t>
          </a:r>
          <a:endParaRPr lang="en-US" sz="1400" kern="1200"/>
        </a:p>
      </dsp:txBody>
      <dsp:txXfrm>
        <a:off x="1337023" y="2896274"/>
        <a:ext cx="4524066" cy="1157596"/>
      </dsp:txXfrm>
    </dsp:sp>
    <dsp:sp modelId="{B1537A1B-0E7F-408A-BB55-670C5401ECE5}">
      <dsp:nvSpPr>
        <dsp:cNvPr id="0" name=""/>
        <dsp:cNvSpPr/>
      </dsp:nvSpPr>
      <dsp:spPr>
        <a:xfrm>
          <a:off x="0" y="4343269"/>
          <a:ext cx="5861090" cy="11575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B7D5FE-6A6B-4C48-BE2A-FC916A866A16}">
      <dsp:nvSpPr>
        <dsp:cNvPr id="0" name=""/>
        <dsp:cNvSpPr/>
      </dsp:nvSpPr>
      <dsp:spPr>
        <a:xfrm>
          <a:off x="350172" y="4603728"/>
          <a:ext cx="636677" cy="6366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028F4-2622-43E6-9672-D5F2F0EF8D59}">
      <dsp:nvSpPr>
        <dsp:cNvPr id="0" name=""/>
        <dsp:cNvSpPr/>
      </dsp:nvSpPr>
      <dsp:spPr>
        <a:xfrm>
          <a:off x="1337023" y="4343269"/>
          <a:ext cx="4524066" cy="1157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12" tIns="122512" rIns="122512" bIns="12251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Group Interpretations:</a:t>
          </a:r>
          <a:r>
            <a:rPr lang="en-US" sz="1400" b="0" i="0" kern="1200" baseline="0"/>
            <a:t> Based on mean scores, the clusters represent low-performing students, moderately performing students, and high-performing students.</a:t>
          </a:r>
          <a:endParaRPr lang="en-US" sz="1400" kern="1200"/>
        </a:p>
      </dsp:txBody>
      <dsp:txXfrm>
        <a:off x="1337023" y="4343269"/>
        <a:ext cx="4524066" cy="11575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8C4308-C5A3-442F-B028-64025E9EA360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091AF5-C02F-41B2-860A-F0FD012D574D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Combined Value:</a:t>
          </a:r>
          <a:r>
            <a:rPr lang="en-US" sz="1100" b="0" i="0" kern="1200" baseline="0"/>
            <a:t> Utilizing both prediction and clustering gives a much deeper insight into student performance and behavior.</a:t>
          </a:r>
          <a:endParaRPr lang="en-US" sz="1100" kern="1200"/>
        </a:p>
      </dsp:txBody>
      <dsp:txXfrm>
        <a:off x="100682" y="2427484"/>
        <a:ext cx="2370489" cy="720000"/>
      </dsp:txXfrm>
    </dsp:sp>
    <dsp:sp modelId="{99B409D0-47D1-4669-B60C-90C74A98B3C8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FC48A1-9377-4AC2-A889-C2B7D451F31E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Critical Indicators:</a:t>
          </a:r>
          <a:r>
            <a:rPr lang="en-US" sz="1100" b="0" i="0" kern="1200" baseline="0"/>
            <a:t> Previous academic results (especially G2) and attendance records have a significant impact on final performance.</a:t>
          </a:r>
          <a:endParaRPr lang="en-US" sz="1100" kern="1200"/>
        </a:p>
      </dsp:txBody>
      <dsp:txXfrm>
        <a:off x="2886007" y="2427484"/>
        <a:ext cx="2370489" cy="720000"/>
      </dsp:txXfrm>
    </dsp:sp>
    <dsp:sp modelId="{67BEA78E-446A-4B82-A52F-F3D28B5DDF82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F2EEC-9268-40F0-86CD-B5353242CD4B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Early Intervention:</a:t>
          </a:r>
          <a:r>
            <a:rPr lang="en-US" sz="1100" b="0" i="0" kern="1200" baseline="0"/>
            <a:t> These findings can help educators identify struggling students early and provide targeted support.</a:t>
          </a:r>
          <a:endParaRPr lang="en-US" sz="1100" kern="1200"/>
        </a:p>
      </dsp:txBody>
      <dsp:txXfrm>
        <a:off x="5671332" y="2427484"/>
        <a:ext cx="2370489" cy="720000"/>
      </dsp:txXfrm>
    </dsp:sp>
    <dsp:sp modelId="{36947B5B-A240-4AC0-A1F0-358A24F78F5F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434B52-FEFC-4194-85BE-E247BE1C48D9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System Improvement:</a:t>
          </a:r>
          <a:r>
            <a:rPr lang="en-US" sz="1100" b="0" i="0" kern="1200" baseline="0"/>
            <a:t> Ultimately, this approach supports making better, data-driven decisions to enhance the educational environment.</a:t>
          </a:r>
          <a:endParaRPr lang="en-US" sz="1100" kern="1200"/>
        </a:p>
      </dsp:txBody>
      <dsp:txXfrm>
        <a:off x="8456657" y="2427484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C1E5-8044-C8DB-3196-E0B48068F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53B60-31A6-7654-3453-4BC4EC797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59949-A7E2-835E-6E3D-9A7C97A98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7DF20-807D-4252-89F8-45B8355BC57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3FBCF-5CFF-F6EF-5B0B-925363CBF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A689E-F365-D48C-C74E-8FC5CC65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CD-506F-4A38-A55B-A3C574ECF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727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D4239-8D62-C049-00AA-063E5944A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880BD-8BF6-7673-1A27-A9A146315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23BAF-9B64-A361-D14B-7AAD5BDDF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7DF20-807D-4252-89F8-45B8355BC57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ADA2B-9BCF-E4D7-DE33-085F008B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1C85-966B-675C-FDE6-FEB73F1F0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CD-506F-4A38-A55B-A3C574ECF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79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11A39-28D3-6CC4-3C87-A9FFA09E1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A1F71-3795-B709-5CDD-790699D46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3ED54-4382-56D0-3954-13A1CB491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7DF20-807D-4252-89F8-45B8355BC57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91387-9905-3F73-B207-480534D13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60E0B-EC4A-B58F-CBF5-A8AE7C5A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CD-506F-4A38-A55B-A3C574ECF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01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E3BD8-DAB8-A8E8-7436-52BAB20A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D6309-59DF-510A-C50C-891E3725D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757DC-D929-2F8C-6076-0D42C7479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42BC3-1EDE-95AF-E4E3-3A880E1E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7DF20-807D-4252-89F8-45B8355BC57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4A6AB-F3E9-913C-C501-5306C4F28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0BB44-FF53-C4A9-9A16-83E1AF3FA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CD-506F-4A38-A55B-A3C574ECF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8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9912-179E-99F1-2F71-6E81EDC2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A1190-98F4-0F7C-DF65-28DED6AC2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88B4C-8AA6-EEDC-B7C0-85BD37EAA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E6ECED-E0C0-78ED-E806-E7151A3158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E6252D-17E4-C96B-F407-51E97D91D6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599EE4-51F4-8C3D-BB46-260ABB038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7DF20-807D-4252-89F8-45B8355BC57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194FDF-43D7-5360-E9CC-E26BB44F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E92C1C-D663-7E2E-DE9A-C2510637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CD-506F-4A38-A55B-A3C574ECF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6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2624-6C6C-F289-8F07-03BC820A3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8B90B-BD26-A36D-7D2D-C2D34275E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7DF20-807D-4252-89F8-45B8355BC57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AADFFF-FF9F-0B58-7D84-815DCDC58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CF8B8-750F-5232-8E50-2A077E7E1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CD-506F-4A38-A55B-A3C574ECF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79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C956AE-ECAE-7095-AF3F-3E0D30CA3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7DF20-807D-4252-89F8-45B8355BC57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95727F-B1DC-FCF2-B63A-93F8685B4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2B9AC-6082-6B45-0B1A-94F1B7A84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CD-506F-4A38-A55B-A3C574ECF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4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42A9F-5C42-8557-8596-51133BF7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E188E-92D5-C82A-8223-FD8BAADC9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FD859-A8DF-C8A6-B257-2B9E1B01A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80DFC-7E8A-6FB5-16BC-7EAEB183F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7DF20-807D-4252-89F8-45B8355BC57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643A6-0FC8-D107-7A5E-F14A1A88B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03870-EE21-7540-6954-FB0BDA64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CD-506F-4A38-A55B-A3C574ECF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6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C2583-E08E-954F-B14F-4DC549968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A85279-4F51-E9CB-048E-F6B59F7707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BEFA3-DC9F-561B-73A0-BA70E21B3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F1634-1BEE-17A1-1F92-BD4704D2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7DF20-807D-4252-89F8-45B8355BC57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851BD-980C-5F5B-22E1-CED2386D1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12B0-4E7B-7E01-E643-0853A221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CD-506F-4A38-A55B-A3C574ECF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03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3B9D0-63EF-7DFB-0E2C-126FD1D58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64563-8B59-06EF-0712-9D03E695B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81E5E-6596-7F13-B33A-312E79AB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7DF20-807D-4252-89F8-45B8355BC57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51C4C-108C-3C12-2E3C-C9CAE6807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29ECC-E333-D812-8DBA-82ABFAE60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CD-506F-4A38-A55B-A3C574ECF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70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5594A9-8BF0-726C-0894-BEF3881416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FFBC6-10E0-D496-C4FC-CB135D869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37E4D-A1A6-E3FB-6107-1FF294EA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7DF20-807D-4252-89F8-45B8355BC57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2FD3A-6A8F-2E61-4AEB-1E519F13A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B10C5-96D4-4A9F-834C-D0EA9A7E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CD-506F-4A38-A55B-A3C574ECF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27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65845F-715D-321B-72C4-4F93C196F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1F4FC-80B6-91E1-7950-1D2B7C156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44FFC-93DB-D853-E7AF-6104C9E32D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87DF20-807D-4252-89F8-45B8355BC571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2BA4-5E15-307A-D8AE-1533795BA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8ACF7-DDC2-32F9-7214-51C75CDE9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10A4CD-506F-4A38-A55B-A3C574ECF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99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73783B-E387-9314-76B5-36CF631F1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Intelligent Student Performance Analytics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1086EC-49ED-F4B6-6DBA-A4729AFC874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06607" y="5482035"/>
            <a:ext cx="6051236" cy="12418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Presenter: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R.M Danuka Dilshan </a:t>
            </a:r>
          </a:p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Index Number: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268386H </a:t>
            </a:r>
          </a:p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Course: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CS 5803 – Advanced Data Mining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38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8518CA-C079-0D97-9976-5BCE77E8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Introduction &amp; Objectives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96D4717-EA4F-A4E3-C295-2401D67830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6069408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5308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0D4783-A814-7F5F-93B0-03A55EBB7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Dataset &amp; Preprocessing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312F67B-4B45-B5C3-6556-21BE43E3D6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409587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4151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158BCB-A3D3-D4E6-D116-C01586E0C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76" y="633345"/>
            <a:ext cx="3874124" cy="2624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BFD8F6-2407-E04D-1CDE-654737231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56" y="3586297"/>
            <a:ext cx="3491564" cy="2644860"/>
          </a:xfrm>
          <a:prstGeom prst="rect">
            <a:avLst/>
          </a:prstGeom>
        </p:spPr>
      </p:pic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19E11-07D6-7AB6-67D7-10A3D09C2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659" y="1188637"/>
            <a:ext cx="5642312" cy="1597228"/>
          </a:xfrm>
        </p:spPr>
        <p:txBody>
          <a:bodyPr>
            <a:normAutofit/>
          </a:bodyPr>
          <a:lstStyle/>
          <a:p>
            <a:r>
              <a:rPr lang="en-US" sz="5400"/>
              <a:t>Exploratory Data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6024E5-8F6F-51E2-8B4B-739071D907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65660" y="2998278"/>
            <a:ext cx="4505654" cy="27281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Age Demographics: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The age distribution of the students is positively skewed.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Primary Age Range: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The vast majority of students fall within the 15 to 18 age range.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Subject Correlation: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Students who achieve high final marks (G3) in Mathematics generally tend to perform well in Portuguese.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Relationship Strength: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 correlation value of approximately 0.50 indicates a moderate positive relationship between the two subjects.</a:t>
            </a:r>
          </a:p>
        </p:txBody>
      </p:sp>
    </p:spTree>
    <p:extLst>
      <p:ext uri="{BB962C8B-B14F-4D97-AF65-F5344CB8AC3E}">
        <p14:creationId xmlns:p14="http://schemas.microsoft.com/office/powerpoint/2010/main" val="1893287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6F99D3-E758-D25C-FCDD-30FD85256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4100"/>
              <a:t>Predicting Performance (Supervised Learning)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7F9E7-097F-A734-3CCC-2CAC88EC2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6046172" cy="4180542"/>
          </a:xfrm>
        </p:spPr>
        <p:txBody>
          <a:bodyPr anchor="ctr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Google Sans Text"/>
              </a:rPr>
              <a:t>The dataset was split with 70% used for model training and 30% reserved for testing.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Google Sans Text"/>
              </a:rPr>
              <a:t>Among several models tested, the Random Forest algorithm provided the best predictive performance.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9301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B2B680-CADD-A1AD-2291-8C5D22C9D36D}"/>
              </a:ext>
            </a:extLst>
          </p:cNvPr>
          <p:cNvSpPr txBox="1"/>
          <p:nvPr/>
        </p:nvSpPr>
        <p:spPr>
          <a:xfrm>
            <a:off x="630936" y="4440365"/>
            <a:ext cx="4245864" cy="1722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1">
                <a:latin typeface="+mj-lt"/>
                <a:ea typeface="+mj-ea"/>
                <a:cs typeface="+mj-cs"/>
              </a:rPr>
              <a:t>Predicting the Student Math’s Score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3CE329-656B-3CEE-1D96-C888B674E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916" y="320040"/>
            <a:ext cx="4539920" cy="3927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0C354D-2D30-8853-8D4E-E77F6D4B6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86" y="320040"/>
            <a:ext cx="5397980" cy="3927031"/>
          </a:xfrm>
          <a:prstGeom prst="rect">
            <a:avLst/>
          </a:prstGeom>
        </p:spPr>
      </p:pic>
      <p:sp>
        <p:nvSpPr>
          <p:cNvPr id="16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7304" y="529256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64791D-C0D3-9253-E2E3-3070043E06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3999" y="4440365"/>
            <a:ext cx="6214871" cy="172269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fontAlgn="base">
              <a:spcBef>
                <a:spcPct val="0"/>
              </a:spcBef>
              <a:spcAft>
                <a:spcPts val="600"/>
              </a:spcAft>
            </a:pPr>
            <a:r>
              <a:rPr lang="en-US" sz="2200" dirty="0"/>
              <a:t>To forecast students' math scores, we are utilizing several models, with the resulting graphs shown below.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903891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34892-EF0D-4A94-47D3-DFAE74DBB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4495568"/>
            <a:ext cx="3861960" cy="1905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Predicting the Student Portuguese Score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8F023E-9758-5CBF-4685-9D48813E3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228" y="364143"/>
            <a:ext cx="4140739" cy="3426462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F2B76B-B47C-1093-7C60-7EF120D03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97264" y="1152750"/>
            <a:ext cx="5136795" cy="184924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FD4B20-B4F6-D26F-310B-485AAD3B94E6}"/>
              </a:ext>
            </a:extLst>
          </p:cNvPr>
          <p:cNvSpPr txBox="1"/>
          <p:nvPr/>
        </p:nvSpPr>
        <p:spPr>
          <a:xfrm>
            <a:off x="5162719" y="4495568"/>
            <a:ext cx="6586915" cy="1905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To forecast students' math scores, we are utilizing several models, with the resulting graphs shown below.</a:t>
            </a:r>
            <a:endParaRPr lang="en-US" alt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67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14705-21C4-003C-BE6E-B9FD3701F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522" y="591829"/>
            <a:ext cx="3939688" cy="5583126"/>
          </a:xfrm>
        </p:spPr>
        <p:txBody>
          <a:bodyPr>
            <a:normAutofit/>
          </a:bodyPr>
          <a:lstStyle/>
          <a:p>
            <a:r>
              <a:rPr lang="en-US" sz="5000"/>
              <a:t>Student Clustering (Unsupervised Learning)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3111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91891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17571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23D9F19D-951B-2D6F-6803-176A9B6DCD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115582"/>
              </p:ext>
            </p:extLst>
          </p:nvPr>
        </p:nvGraphicFramePr>
        <p:xfrm>
          <a:off x="5492710" y="671805"/>
          <a:ext cx="5861090" cy="5503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1304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4B6F96-9734-69D0-C8A4-8185297F7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 &amp; Educational Impact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C1A3990-FD26-7E55-F442-FA14FF7464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021505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5029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F1E1D1-DC17-2000-8AA3-07554212F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54574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527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Google Sans Text</vt:lpstr>
      <vt:lpstr>Office Theme</vt:lpstr>
      <vt:lpstr>Intelligent Student Performance Analytics </vt:lpstr>
      <vt:lpstr>Introduction &amp; Objectives</vt:lpstr>
      <vt:lpstr>Dataset &amp; Preprocessing</vt:lpstr>
      <vt:lpstr>Exploratory Data Analysis</vt:lpstr>
      <vt:lpstr>Predicting Performance (Supervised Learning)</vt:lpstr>
      <vt:lpstr>PowerPoint Presentation</vt:lpstr>
      <vt:lpstr>Predicting the Student Portuguese Score</vt:lpstr>
      <vt:lpstr>Student Clustering (Unsupervised Learning)</vt:lpstr>
      <vt:lpstr>Conclusion &amp; Educational Impact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Danuka Dilshan</dc:creator>
  <cp:lastModifiedBy>Danuka Dilshan</cp:lastModifiedBy>
  <cp:revision>4</cp:revision>
  <dcterms:created xsi:type="dcterms:W3CDTF">2026-03-31T12:00:27Z</dcterms:created>
  <dcterms:modified xsi:type="dcterms:W3CDTF">2026-03-31T13:29:51Z</dcterms:modified>
</cp:coreProperties>
</file>