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0" r:id="rId7"/>
    <p:sldId id="263" r:id="rId8"/>
    <p:sldId id="261" r:id="rId9"/>
    <p:sldId id="262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4" Type="http://schemas.openxmlformats.org/officeDocument/2006/relationships/image" Target="../media/image12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4" Type="http://schemas.openxmlformats.org/officeDocument/2006/relationships/image" Target="../media/image12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AC51B4-192F-41F6-A0A6-3FFABF0C0E82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4009B4F8-7E78-4C75-9115-2CFC58AEAAD7}">
      <dgm:prSet/>
      <dgm:spPr/>
      <dgm:t>
        <a:bodyPr/>
        <a:lstStyle/>
        <a:p>
          <a:r>
            <a:rPr lang="en-US" b="1" i="0" baseline="0" dirty="0"/>
            <a:t>Understanding Potential:</a:t>
          </a:r>
          <a:r>
            <a:rPr lang="en-US" b="0" i="0" baseline="0" dirty="0"/>
            <a:t> Analyzing how students perform is important for identifying weak areas, learning gaps, and overall potential.</a:t>
          </a:r>
          <a:endParaRPr lang="en-US" dirty="0"/>
        </a:p>
      </dgm:t>
    </dgm:pt>
    <dgm:pt modelId="{4ABEB2B3-AE66-4506-9AC9-9CFD51879402}" type="parTrans" cxnId="{77F979B1-7A94-41DD-896C-97CF90879B3A}">
      <dgm:prSet/>
      <dgm:spPr/>
      <dgm:t>
        <a:bodyPr/>
        <a:lstStyle/>
        <a:p>
          <a:endParaRPr lang="en-US"/>
        </a:p>
      </dgm:t>
    </dgm:pt>
    <dgm:pt modelId="{2566D065-14DA-4EBC-9E94-02FEFBB0BF70}" type="sibTrans" cxnId="{77F979B1-7A94-41DD-896C-97CF90879B3A}">
      <dgm:prSet phldrT="01"/>
      <dgm:spPr/>
      <dgm:t>
        <a:bodyPr/>
        <a:lstStyle/>
        <a:p>
          <a:r>
            <a:rPr lang="en-US"/>
            <a:t>01</a:t>
          </a:r>
        </a:p>
      </dgm:t>
    </dgm:pt>
    <dgm:pt modelId="{A5369100-7C4B-474C-AFE7-ECFD980BBA31}">
      <dgm:prSet/>
      <dgm:spPr/>
      <dgm:t>
        <a:bodyPr/>
        <a:lstStyle/>
        <a:p>
          <a:r>
            <a:rPr lang="en-US" b="1" i="0" baseline="0" dirty="0"/>
            <a:t>Core Objective:</a:t>
          </a:r>
          <a:r>
            <a:rPr lang="en-US" b="0" i="0" baseline="0" dirty="0"/>
            <a:t> This project utilizes machine learning techniques to study past student data and predict future performance.</a:t>
          </a:r>
          <a:endParaRPr lang="en-US" dirty="0"/>
        </a:p>
      </dgm:t>
    </dgm:pt>
    <dgm:pt modelId="{D2170E6B-6A49-4E5B-B9A7-38C1541AD4EF}" type="parTrans" cxnId="{9282BE0C-132A-40A0-949D-5A790DDA82B7}">
      <dgm:prSet/>
      <dgm:spPr/>
      <dgm:t>
        <a:bodyPr/>
        <a:lstStyle/>
        <a:p>
          <a:endParaRPr lang="en-US"/>
        </a:p>
      </dgm:t>
    </dgm:pt>
    <dgm:pt modelId="{39A80092-6E82-42BC-A793-1AAC616A5F88}" type="sibTrans" cxnId="{9282BE0C-132A-40A0-949D-5A790DDA82B7}">
      <dgm:prSet phldrT="02"/>
      <dgm:spPr/>
      <dgm:t>
        <a:bodyPr/>
        <a:lstStyle/>
        <a:p>
          <a:r>
            <a:rPr lang="en-US"/>
            <a:t>02</a:t>
          </a:r>
        </a:p>
      </dgm:t>
    </dgm:pt>
    <dgm:pt modelId="{82A477C2-5A48-4082-80FB-850645A23E34}">
      <dgm:prSet/>
      <dgm:spPr/>
      <dgm:t>
        <a:bodyPr/>
        <a:lstStyle/>
        <a:p>
          <a:r>
            <a:rPr lang="en-US" b="1" i="0" baseline="0" dirty="0"/>
            <a:t>Two-Part Approach:</a:t>
          </a:r>
          <a:r>
            <a:rPr lang="en-US" b="0" i="0" baseline="0" dirty="0"/>
            <a:t> The study applies supervised learning to predict scores and unsupervised clustering to group students based on behavior and academics.</a:t>
          </a:r>
          <a:endParaRPr lang="en-US" dirty="0"/>
        </a:p>
      </dgm:t>
    </dgm:pt>
    <dgm:pt modelId="{E7854D8E-3FB6-4F66-8282-C157C609CA47}" type="parTrans" cxnId="{CB1BDD97-A9C7-406E-8041-24E4A70EDBD8}">
      <dgm:prSet/>
      <dgm:spPr/>
      <dgm:t>
        <a:bodyPr/>
        <a:lstStyle/>
        <a:p>
          <a:endParaRPr lang="en-US"/>
        </a:p>
      </dgm:t>
    </dgm:pt>
    <dgm:pt modelId="{1A21D2FE-2E50-4ADB-8C04-BD68D0C7292E}" type="sibTrans" cxnId="{CB1BDD97-A9C7-406E-8041-24E4A70EDBD8}">
      <dgm:prSet phldrT="03"/>
      <dgm:spPr/>
      <dgm:t>
        <a:bodyPr/>
        <a:lstStyle/>
        <a:p>
          <a:r>
            <a:rPr lang="en-US"/>
            <a:t>03</a:t>
          </a:r>
        </a:p>
      </dgm:t>
    </dgm:pt>
    <dgm:pt modelId="{763E34CB-CD23-46F5-9792-8CA700C77A36}">
      <dgm:prSet/>
      <dgm:spPr/>
      <dgm:t>
        <a:bodyPr/>
        <a:lstStyle/>
        <a:p>
          <a:r>
            <a:rPr lang="en-US" b="1" i="0" baseline="0"/>
            <a:t>Ultimate Goal:</a:t>
          </a:r>
          <a:r>
            <a:rPr lang="en-US" b="0" i="0" baseline="0"/>
            <a:t> These insights aim to help improve the education system and support students more effectively.</a:t>
          </a:r>
          <a:endParaRPr lang="en-US"/>
        </a:p>
      </dgm:t>
    </dgm:pt>
    <dgm:pt modelId="{FA2A348D-5FC4-4869-B91A-D9C1E1173E82}" type="parTrans" cxnId="{928F0913-647A-432E-B525-AF5AC8DF7B08}">
      <dgm:prSet/>
      <dgm:spPr/>
      <dgm:t>
        <a:bodyPr/>
        <a:lstStyle/>
        <a:p>
          <a:endParaRPr lang="en-US"/>
        </a:p>
      </dgm:t>
    </dgm:pt>
    <dgm:pt modelId="{7D33275B-D11F-4E50-8FA1-4DA8A598C3DD}" type="sibTrans" cxnId="{928F0913-647A-432E-B525-AF5AC8DF7B08}">
      <dgm:prSet phldrT="04"/>
      <dgm:spPr/>
      <dgm:t>
        <a:bodyPr/>
        <a:lstStyle/>
        <a:p>
          <a:r>
            <a:rPr lang="en-US"/>
            <a:t>04</a:t>
          </a:r>
        </a:p>
      </dgm:t>
    </dgm:pt>
    <dgm:pt modelId="{145335DA-F27A-413D-BD42-BC4CF4D56FED}" type="pres">
      <dgm:prSet presAssocID="{7BAC51B4-192F-41F6-A0A6-3FFABF0C0E82}" presName="Name0" presStyleCnt="0">
        <dgm:presLayoutVars>
          <dgm:animLvl val="lvl"/>
          <dgm:resizeHandles val="exact"/>
        </dgm:presLayoutVars>
      </dgm:prSet>
      <dgm:spPr/>
    </dgm:pt>
    <dgm:pt modelId="{7EEB9D33-ACE7-4335-B439-D7183BF073F1}" type="pres">
      <dgm:prSet presAssocID="{4009B4F8-7E78-4C75-9115-2CFC58AEAAD7}" presName="compositeNode" presStyleCnt="0">
        <dgm:presLayoutVars>
          <dgm:bulletEnabled val="1"/>
        </dgm:presLayoutVars>
      </dgm:prSet>
      <dgm:spPr/>
    </dgm:pt>
    <dgm:pt modelId="{CDFEF372-37B3-4A6D-873E-B1480315F4EF}" type="pres">
      <dgm:prSet presAssocID="{4009B4F8-7E78-4C75-9115-2CFC58AEAAD7}" presName="bgRect" presStyleLbl="alignNode1" presStyleIdx="0" presStyleCnt="4"/>
      <dgm:spPr/>
    </dgm:pt>
    <dgm:pt modelId="{C5972F74-4C6A-4078-98DC-270983B722BD}" type="pres">
      <dgm:prSet presAssocID="{2566D065-14DA-4EBC-9E94-02FEFBB0BF70}" presName="sibTransNodeRect" presStyleLbl="alignNode1" presStyleIdx="0" presStyleCnt="4">
        <dgm:presLayoutVars>
          <dgm:chMax val="0"/>
          <dgm:bulletEnabled val="1"/>
        </dgm:presLayoutVars>
      </dgm:prSet>
      <dgm:spPr/>
    </dgm:pt>
    <dgm:pt modelId="{6A681B9A-CBC9-4C3F-8526-76E3A7513D9A}" type="pres">
      <dgm:prSet presAssocID="{4009B4F8-7E78-4C75-9115-2CFC58AEAAD7}" presName="nodeRect" presStyleLbl="alignNode1" presStyleIdx="0" presStyleCnt="4">
        <dgm:presLayoutVars>
          <dgm:bulletEnabled val="1"/>
        </dgm:presLayoutVars>
      </dgm:prSet>
      <dgm:spPr/>
    </dgm:pt>
    <dgm:pt modelId="{78A2BF87-9790-4D23-9D4B-5883A8AE3EA7}" type="pres">
      <dgm:prSet presAssocID="{2566D065-14DA-4EBC-9E94-02FEFBB0BF70}" presName="sibTrans" presStyleCnt="0"/>
      <dgm:spPr/>
    </dgm:pt>
    <dgm:pt modelId="{4559AF18-D05E-447F-B5BF-8CCDD7C3865F}" type="pres">
      <dgm:prSet presAssocID="{A5369100-7C4B-474C-AFE7-ECFD980BBA31}" presName="compositeNode" presStyleCnt="0">
        <dgm:presLayoutVars>
          <dgm:bulletEnabled val="1"/>
        </dgm:presLayoutVars>
      </dgm:prSet>
      <dgm:spPr/>
    </dgm:pt>
    <dgm:pt modelId="{5854E385-DE11-4B20-9218-42D94B04AD81}" type="pres">
      <dgm:prSet presAssocID="{A5369100-7C4B-474C-AFE7-ECFD980BBA31}" presName="bgRect" presStyleLbl="alignNode1" presStyleIdx="1" presStyleCnt="4"/>
      <dgm:spPr/>
    </dgm:pt>
    <dgm:pt modelId="{D1298806-2974-409B-B228-F7253C2E6D1E}" type="pres">
      <dgm:prSet presAssocID="{39A80092-6E82-42BC-A793-1AAC616A5F88}" presName="sibTransNodeRect" presStyleLbl="alignNode1" presStyleIdx="1" presStyleCnt="4">
        <dgm:presLayoutVars>
          <dgm:chMax val="0"/>
          <dgm:bulletEnabled val="1"/>
        </dgm:presLayoutVars>
      </dgm:prSet>
      <dgm:spPr/>
    </dgm:pt>
    <dgm:pt modelId="{31017EE6-685E-45B4-978A-E572BF02F5BB}" type="pres">
      <dgm:prSet presAssocID="{A5369100-7C4B-474C-AFE7-ECFD980BBA31}" presName="nodeRect" presStyleLbl="alignNode1" presStyleIdx="1" presStyleCnt="4">
        <dgm:presLayoutVars>
          <dgm:bulletEnabled val="1"/>
        </dgm:presLayoutVars>
      </dgm:prSet>
      <dgm:spPr/>
    </dgm:pt>
    <dgm:pt modelId="{B05DD41D-264C-40EB-946B-BF615AAA17FF}" type="pres">
      <dgm:prSet presAssocID="{39A80092-6E82-42BC-A793-1AAC616A5F88}" presName="sibTrans" presStyleCnt="0"/>
      <dgm:spPr/>
    </dgm:pt>
    <dgm:pt modelId="{57CE1CB3-FE45-4432-A244-AC60A61FE903}" type="pres">
      <dgm:prSet presAssocID="{82A477C2-5A48-4082-80FB-850645A23E34}" presName="compositeNode" presStyleCnt="0">
        <dgm:presLayoutVars>
          <dgm:bulletEnabled val="1"/>
        </dgm:presLayoutVars>
      </dgm:prSet>
      <dgm:spPr/>
    </dgm:pt>
    <dgm:pt modelId="{E67F0C89-DDEA-401F-AB73-D4D63A130F79}" type="pres">
      <dgm:prSet presAssocID="{82A477C2-5A48-4082-80FB-850645A23E34}" presName="bgRect" presStyleLbl="alignNode1" presStyleIdx="2" presStyleCnt="4"/>
      <dgm:spPr/>
    </dgm:pt>
    <dgm:pt modelId="{4A07BE3D-2304-4A09-B155-813336196AB5}" type="pres">
      <dgm:prSet presAssocID="{1A21D2FE-2E50-4ADB-8C04-BD68D0C7292E}" presName="sibTransNodeRect" presStyleLbl="alignNode1" presStyleIdx="2" presStyleCnt="4">
        <dgm:presLayoutVars>
          <dgm:chMax val="0"/>
          <dgm:bulletEnabled val="1"/>
        </dgm:presLayoutVars>
      </dgm:prSet>
      <dgm:spPr/>
    </dgm:pt>
    <dgm:pt modelId="{7CA881F7-9B2D-41A7-86A4-404623B87D7A}" type="pres">
      <dgm:prSet presAssocID="{82A477C2-5A48-4082-80FB-850645A23E34}" presName="nodeRect" presStyleLbl="alignNode1" presStyleIdx="2" presStyleCnt="4">
        <dgm:presLayoutVars>
          <dgm:bulletEnabled val="1"/>
        </dgm:presLayoutVars>
      </dgm:prSet>
      <dgm:spPr/>
    </dgm:pt>
    <dgm:pt modelId="{D5C53CB5-FF3A-4DD2-803A-72F006842B1E}" type="pres">
      <dgm:prSet presAssocID="{1A21D2FE-2E50-4ADB-8C04-BD68D0C7292E}" presName="sibTrans" presStyleCnt="0"/>
      <dgm:spPr/>
    </dgm:pt>
    <dgm:pt modelId="{F164E577-A0DF-4DC9-9E24-3B0E59582726}" type="pres">
      <dgm:prSet presAssocID="{763E34CB-CD23-46F5-9792-8CA700C77A36}" presName="compositeNode" presStyleCnt="0">
        <dgm:presLayoutVars>
          <dgm:bulletEnabled val="1"/>
        </dgm:presLayoutVars>
      </dgm:prSet>
      <dgm:spPr/>
    </dgm:pt>
    <dgm:pt modelId="{FC4BD5D4-32AD-4903-B285-3D6F76EE88E2}" type="pres">
      <dgm:prSet presAssocID="{763E34CB-CD23-46F5-9792-8CA700C77A36}" presName="bgRect" presStyleLbl="alignNode1" presStyleIdx="3" presStyleCnt="4"/>
      <dgm:spPr/>
    </dgm:pt>
    <dgm:pt modelId="{733F2AC9-A9F4-4BAF-B0D9-2FABCD7AAA0C}" type="pres">
      <dgm:prSet presAssocID="{7D33275B-D11F-4E50-8FA1-4DA8A598C3DD}" presName="sibTransNodeRect" presStyleLbl="alignNode1" presStyleIdx="3" presStyleCnt="4">
        <dgm:presLayoutVars>
          <dgm:chMax val="0"/>
          <dgm:bulletEnabled val="1"/>
        </dgm:presLayoutVars>
      </dgm:prSet>
      <dgm:spPr/>
    </dgm:pt>
    <dgm:pt modelId="{6C51DEAA-8ADA-40F2-BA0D-42308D664C04}" type="pres">
      <dgm:prSet presAssocID="{763E34CB-CD23-46F5-9792-8CA700C77A36}" presName="nodeRect" presStyleLbl="alignNode1" presStyleIdx="3" presStyleCnt="4">
        <dgm:presLayoutVars>
          <dgm:bulletEnabled val="1"/>
        </dgm:presLayoutVars>
      </dgm:prSet>
      <dgm:spPr/>
    </dgm:pt>
  </dgm:ptLst>
  <dgm:cxnLst>
    <dgm:cxn modelId="{9282BE0C-132A-40A0-949D-5A790DDA82B7}" srcId="{7BAC51B4-192F-41F6-A0A6-3FFABF0C0E82}" destId="{A5369100-7C4B-474C-AFE7-ECFD980BBA31}" srcOrd="1" destOrd="0" parTransId="{D2170E6B-6A49-4E5B-B9A7-38C1541AD4EF}" sibTransId="{39A80092-6E82-42BC-A793-1AAC616A5F88}"/>
    <dgm:cxn modelId="{928F0913-647A-432E-B525-AF5AC8DF7B08}" srcId="{7BAC51B4-192F-41F6-A0A6-3FFABF0C0E82}" destId="{763E34CB-CD23-46F5-9792-8CA700C77A36}" srcOrd="3" destOrd="0" parTransId="{FA2A348D-5FC4-4869-B91A-D9C1E1173E82}" sibTransId="{7D33275B-D11F-4E50-8FA1-4DA8A598C3DD}"/>
    <dgm:cxn modelId="{21601316-5689-4F00-9B92-612250443DF5}" type="presOf" srcId="{A5369100-7C4B-474C-AFE7-ECFD980BBA31}" destId="{31017EE6-685E-45B4-978A-E572BF02F5BB}" srcOrd="1" destOrd="0" presId="urn:microsoft.com/office/officeart/2016/7/layout/LinearBlockProcessNumbered"/>
    <dgm:cxn modelId="{62B21117-EF37-4859-B352-8FDDB01B516D}" type="presOf" srcId="{A5369100-7C4B-474C-AFE7-ECFD980BBA31}" destId="{5854E385-DE11-4B20-9218-42D94B04AD81}" srcOrd="0" destOrd="0" presId="urn:microsoft.com/office/officeart/2016/7/layout/LinearBlockProcessNumbered"/>
    <dgm:cxn modelId="{99EF2846-2153-4E97-97BE-D8CBB91FA070}" type="presOf" srcId="{2566D065-14DA-4EBC-9E94-02FEFBB0BF70}" destId="{C5972F74-4C6A-4078-98DC-270983B722BD}" srcOrd="0" destOrd="0" presId="urn:microsoft.com/office/officeart/2016/7/layout/LinearBlockProcessNumbered"/>
    <dgm:cxn modelId="{6F4E9948-6458-417F-A0B0-21901C30D002}" type="presOf" srcId="{4009B4F8-7E78-4C75-9115-2CFC58AEAAD7}" destId="{CDFEF372-37B3-4A6D-873E-B1480315F4EF}" srcOrd="0" destOrd="0" presId="urn:microsoft.com/office/officeart/2016/7/layout/LinearBlockProcessNumbered"/>
    <dgm:cxn modelId="{F900A671-875E-4689-AAFB-3EFA45B6BE93}" type="presOf" srcId="{82A477C2-5A48-4082-80FB-850645A23E34}" destId="{7CA881F7-9B2D-41A7-86A4-404623B87D7A}" srcOrd="1" destOrd="0" presId="urn:microsoft.com/office/officeart/2016/7/layout/LinearBlockProcessNumbered"/>
    <dgm:cxn modelId="{6A169981-C310-48BE-9388-CA9DE9236E88}" type="presOf" srcId="{763E34CB-CD23-46F5-9792-8CA700C77A36}" destId="{6C51DEAA-8ADA-40F2-BA0D-42308D664C04}" srcOrd="1" destOrd="0" presId="urn:microsoft.com/office/officeart/2016/7/layout/LinearBlockProcessNumbered"/>
    <dgm:cxn modelId="{CB1BDD97-A9C7-406E-8041-24E4A70EDBD8}" srcId="{7BAC51B4-192F-41F6-A0A6-3FFABF0C0E82}" destId="{82A477C2-5A48-4082-80FB-850645A23E34}" srcOrd="2" destOrd="0" parTransId="{E7854D8E-3FB6-4F66-8282-C157C609CA47}" sibTransId="{1A21D2FE-2E50-4ADB-8C04-BD68D0C7292E}"/>
    <dgm:cxn modelId="{CBE50BA4-C611-4AA3-8FEF-3597A59C4D9E}" type="presOf" srcId="{763E34CB-CD23-46F5-9792-8CA700C77A36}" destId="{FC4BD5D4-32AD-4903-B285-3D6F76EE88E2}" srcOrd="0" destOrd="0" presId="urn:microsoft.com/office/officeart/2016/7/layout/LinearBlockProcessNumbered"/>
    <dgm:cxn modelId="{77F979B1-7A94-41DD-896C-97CF90879B3A}" srcId="{7BAC51B4-192F-41F6-A0A6-3FFABF0C0E82}" destId="{4009B4F8-7E78-4C75-9115-2CFC58AEAAD7}" srcOrd="0" destOrd="0" parTransId="{4ABEB2B3-AE66-4506-9AC9-9CFD51879402}" sibTransId="{2566D065-14DA-4EBC-9E94-02FEFBB0BF70}"/>
    <dgm:cxn modelId="{F4B2F2DB-8E8A-4D88-B8B3-D8A95C005A03}" type="presOf" srcId="{39A80092-6E82-42BC-A793-1AAC616A5F88}" destId="{D1298806-2974-409B-B228-F7253C2E6D1E}" srcOrd="0" destOrd="0" presId="urn:microsoft.com/office/officeart/2016/7/layout/LinearBlockProcessNumbered"/>
    <dgm:cxn modelId="{C8119DE2-C931-4390-A415-825B06D60F11}" type="presOf" srcId="{1A21D2FE-2E50-4ADB-8C04-BD68D0C7292E}" destId="{4A07BE3D-2304-4A09-B155-813336196AB5}" srcOrd="0" destOrd="0" presId="urn:microsoft.com/office/officeart/2016/7/layout/LinearBlockProcessNumbered"/>
    <dgm:cxn modelId="{F3DCFAF3-EA13-4C64-BC26-A1ED1126F07C}" type="presOf" srcId="{4009B4F8-7E78-4C75-9115-2CFC58AEAAD7}" destId="{6A681B9A-CBC9-4C3F-8526-76E3A7513D9A}" srcOrd="1" destOrd="0" presId="urn:microsoft.com/office/officeart/2016/7/layout/LinearBlockProcessNumbered"/>
    <dgm:cxn modelId="{D31D03F5-A6EA-4F0A-AF91-4E2FBF418257}" type="presOf" srcId="{7D33275B-D11F-4E50-8FA1-4DA8A598C3DD}" destId="{733F2AC9-A9F4-4BAF-B0D9-2FABCD7AAA0C}" srcOrd="0" destOrd="0" presId="urn:microsoft.com/office/officeart/2016/7/layout/LinearBlockProcessNumbered"/>
    <dgm:cxn modelId="{89909CF7-AECC-49A3-80DE-6B385468B60F}" type="presOf" srcId="{7BAC51B4-192F-41F6-A0A6-3FFABF0C0E82}" destId="{145335DA-F27A-413D-BD42-BC4CF4D56FED}" srcOrd="0" destOrd="0" presId="urn:microsoft.com/office/officeart/2016/7/layout/LinearBlockProcessNumbered"/>
    <dgm:cxn modelId="{C2C153FD-9F67-4D75-84FF-E79BCF46845D}" type="presOf" srcId="{82A477C2-5A48-4082-80FB-850645A23E34}" destId="{E67F0C89-DDEA-401F-AB73-D4D63A130F79}" srcOrd="0" destOrd="0" presId="urn:microsoft.com/office/officeart/2016/7/layout/LinearBlockProcessNumbered"/>
    <dgm:cxn modelId="{93AAE468-B638-4504-BB84-2A8E9E2FAF87}" type="presParOf" srcId="{145335DA-F27A-413D-BD42-BC4CF4D56FED}" destId="{7EEB9D33-ACE7-4335-B439-D7183BF073F1}" srcOrd="0" destOrd="0" presId="urn:microsoft.com/office/officeart/2016/7/layout/LinearBlockProcessNumbered"/>
    <dgm:cxn modelId="{8844D504-1546-4BAB-9923-C6A4A5AECE15}" type="presParOf" srcId="{7EEB9D33-ACE7-4335-B439-D7183BF073F1}" destId="{CDFEF372-37B3-4A6D-873E-B1480315F4EF}" srcOrd="0" destOrd="0" presId="urn:microsoft.com/office/officeart/2016/7/layout/LinearBlockProcessNumbered"/>
    <dgm:cxn modelId="{6CFCC1B9-4A6E-479E-BF0C-95DE01D577F9}" type="presParOf" srcId="{7EEB9D33-ACE7-4335-B439-D7183BF073F1}" destId="{C5972F74-4C6A-4078-98DC-270983B722BD}" srcOrd="1" destOrd="0" presId="urn:microsoft.com/office/officeart/2016/7/layout/LinearBlockProcessNumbered"/>
    <dgm:cxn modelId="{F67AFA25-59E3-48D0-883C-9D96869AD1FB}" type="presParOf" srcId="{7EEB9D33-ACE7-4335-B439-D7183BF073F1}" destId="{6A681B9A-CBC9-4C3F-8526-76E3A7513D9A}" srcOrd="2" destOrd="0" presId="urn:microsoft.com/office/officeart/2016/7/layout/LinearBlockProcessNumbered"/>
    <dgm:cxn modelId="{F0DB92FC-940D-4C5A-B000-6F861F4DF843}" type="presParOf" srcId="{145335DA-F27A-413D-BD42-BC4CF4D56FED}" destId="{78A2BF87-9790-4D23-9D4B-5883A8AE3EA7}" srcOrd="1" destOrd="0" presId="urn:microsoft.com/office/officeart/2016/7/layout/LinearBlockProcessNumbered"/>
    <dgm:cxn modelId="{FD30E3F5-4424-447E-94D3-9ED01BDE1F8B}" type="presParOf" srcId="{145335DA-F27A-413D-BD42-BC4CF4D56FED}" destId="{4559AF18-D05E-447F-B5BF-8CCDD7C3865F}" srcOrd="2" destOrd="0" presId="urn:microsoft.com/office/officeart/2016/7/layout/LinearBlockProcessNumbered"/>
    <dgm:cxn modelId="{7CD1617A-2207-47FB-8CD0-6874C99C2E2F}" type="presParOf" srcId="{4559AF18-D05E-447F-B5BF-8CCDD7C3865F}" destId="{5854E385-DE11-4B20-9218-42D94B04AD81}" srcOrd="0" destOrd="0" presId="urn:microsoft.com/office/officeart/2016/7/layout/LinearBlockProcessNumbered"/>
    <dgm:cxn modelId="{26954006-9549-4E30-BF7D-3AEA93EDDF15}" type="presParOf" srcId="{4559AF18-D05E-447F-B5BF-8CCDD7C3865F}" destId="{D1298806-2974-409B-B228-F7253C2E6D1E}" srcOrd="1" destOrd="0" presId="urn:microsoft.com/office/officeart/2016/7/layout/LinearBlockProcessNumbered"/>
    <dgm:cxn modelId="{972AC60B-26B7-40A3-9971-46F9F5844F9C}" type="presParOf" srcId="{4559AF18-D05E-447F-B5BF-8CCDD7C3865F}" destId="{31017EE6-685E-45B4-978A-E572BF02F5BB}" srcOrd="2" destOrd="0" presId="urn:microsoft.com/office/officeart/2016/7/layout/LinearBlockProcessNumbered"/>
    <dgm:cxn modelId="{9B439A3D-0B3D-4FA2-A6F0-688921AF15AE}" type="presParOf" srcId="{145335DA-F27A-413D-BD42-BC4CF4D56FED}" destId="{B05DD41D-264C-40EB-946B-BF615AAA17FF}" srcOrd="3" destOrd="0" presId="urn:microsoft.com/office/officeart/2016/7/layout/LinearBlockProcessNumbered"/>
    <dgm:cxn modelId="{7AE95CE4-0B64-4DBD-B2F4-A62BFDD57546}" type="presParOf" srcId="{145335DA-F27A-413D-BD42-BC4CF4D56FED}" destId="{57CE1CB3-FE45-4432-A244-AC60A61FE903}" srcOrd="4" destOrd="0" presId="urn:microsoft.com/office/officeart/2016/7/layout/LinearBlockProcessNumbered"/>
    <dgm:cxn modelId="{B6489CEB-56D1-4CBB-9EA9-82F1474A0A18}" type="presParOf" srcId="{57CE1CB3-FE45-4432-A244-AC60A61FE903}" destId="{E67F0C89-DDEA-401F-AB73-D4D63A130F79}" srcOrd="0" destOrd="0" presId="urn:microsoft.com/office/officeart/2016/7/layout/LinearBlockProcessNumbered"/>
    <dgm:cxn modelId="{75C370D9-64D4-4332-A7DC-76078CCB874A}" type="presParOf" srcId="{57CE1CB3-FE45-4432-A244-AC60A61FE903}" destId="{4A07BE3D-2304-4A09-B155-813336196AB5}" srcOrd="1" destOrd="0" presId="urn:microsoft.com/office/officeart/2016/7/layout/LinearBlockProcessNumbered"/>
    <dgm:cxn modelId="{97F874CA-D418-4E13-A86D-091F398E6E08}" type="presParOf" srcId="{57CE1CB3-FE45-4432-A244-AC60A61FE903}" destId="{7CA881F7-9B2D-41A7-86A4-404623B87D7A}" srcOrd="2" destOrd="0" presId="urn:microsoft.com/office/officeart/2016/7/layout/LinearBlockProcessNumbered"/>
    <dgm:cxn modelId="{6CFBD183-9E5E-4C6E-92EF-C80DA23952F0}" type="presParOf" srcId="{145335DA-F27A-413D-BD42-BC4CF4D56FED}" destId="{D5C53CB5-FF3A-4DD2-803A-72F006842B1E}" srcOrd="5" destOrd="0" presId="urn:microsoft.com/office/officeart/2016/7/layout/LinearBlockProcessNumbered"/>
    <dgm:cxn modelId="{DD767DBC-2008-4409-B52E-0390A832E9AE}" type="presParOf" srcId="{145335DA-F27A-413D-BD42-BC4CF4D56FED}" destId="{F164E577-A0DF-4DC9-9E24-3B0E59582726}" srcOrd="6" destOrd="0" presId="urn:microsoft.com/office/officeart/2016/7/layout/LinearBlockProcessNumbered"/>
    <dgm:cxn modelId="{F50270FB-7448-4746-B2B8-01B0925C3C6B}" type="presParOf" srcId="{F164E577-A0DF-4DC9-9E24-3B0E59582726}" destId="{FC4BD5D4-32AD-4903-B285-3D6F76EE88E2}" srcOrd="0" destOrd="0" presId="urn:microsoft.com/office/officeart/2016/7/layout/LinearBlockProcessNumbered"/>
    <dgm:cxn modelId="{30EDB612-8673-40D0-A1D9-53B76FD8D68D}" type="presParOf" srcId="{F164E577-A0DF-4DC9-9E24-3B0E59582726}" destId="{733F2AC9-A9F4-4BAF-B0D9-2FABCD7AAA0C}" srcOrd="1" destOrd="0" presId="urn:microsoft.com/office/officeart/2016/7/layout/LinearBlockProcessNumbered"/>
    <dgm:cxn modelId="{FC4368B4-ECE6-4481-8BB7-FB91CD074240}" type="presParOf" srcId="{F164E577-A0DF-4DC9-9E24-3B0E59582726}" destId="{6C51DEAA-8ADA-40F2-BA0D-42308D664C04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A7B5EA0-C8E2-4BC2-93A9-74543DA6CD81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BB6CDE37-9A1B-45B3-AF40-F8D05778BBD1}">
      <dgm:prSet/>
      <dgm:spPr/>
      <dgm:t>
        <a:bodyPr/>
        <a:lstStyle/>
        <a:p>
          <a:r>
            <a:rPr lang="en-US" b="1" i="0" baseline="0" dirty="0"/>
            <a:t>Data Source:</a:t>
          </a:r>
          <a:r>
            <a:rPr lang="en-US" b="0" i="0" baseline="0" dirty="0"/>
            <a:t> The dataset focuses on students from two Portuguese high schools, separated into Mathematics and Portuguese courses.</a:t>
          </a:r>
          <a:endParaRPr lang="en-US" dirty="0"/>
        </a:p>
      </dgm:t>
    </dgm:pt>
    <dgm:pt modelId="{6EE7851E-0D58-4BDF-A6D8-237DDD52D14B}" type="parTrans" cxnId="{3EED2757-708C-461A-8DF1-91BCA4BED8E9}">
      <dgm:prSet/>
      <dgm:spPr/>
      <dgm:t>
        <a:bodyPr/>
        <a:lstStyle/>
        <a:p>
          <a:endParaRPr lang="en-US"/>
        </a:p>
      </dgm:t>
    </dgm:pt>
    <dgm:pt modelId="{B665DE5D-BB1C-4259-9245-5E278EB51833}" type="sibTrans" cxnId="{3EED2757-708C-461A-8DF1-91BCA4BED8E9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6E46547F-19A8-4502-A193-2126D549252C}">
      <dgm:prSet/>
      <dgm:spPr/>
      <dgm:t>
        <a:bodyPr/>
        <a:lstStyle/>
        <a:p>
          <a:r>
            <a:rPr lang="en-US" b="1" i="0" baseline="0" dirty="0"/>
            <a:t>Features:</a:t>
          </a:r>
          <a:r>
            <a:rPr lang="en-US" b="0" i="0" baseline="0" dirty="0"/>
            <a:t> It includes school reports and questionnaires detailing academic records, demographics, and social background attributes.</a:t>
          </a:r>
          <a:endParaRPr lang="en-US" dirty="0"/>
        </a:p>
      </dgm:t>
    </dgm:pt>
    <dgm:pt modelId="{EB2225BC-EE77-4B16-8AFF-588469A00584}" type="parTrans" cxnId="{4BF214ED-D4CE-4F8B-AD4A-ABF3B76E37E0}">
      <dgm:prSet/>
      <dgm:spPr/>
      <dgm:t>
        <a:bodyPr/>
        <a:lstStyle/>
        <a:p>
          <a:endParaRPr lang="en-US"/>
        </a:p>
      </dgm:t>
    </dgm:pt>
    <dgm:pt modelId="{BBDA63C0-F4A1-46AF-8DA7-BD87BFB8621B}" type="sibTrans" cxnId="{4BF214ED-D4CE-4F8B-AD4A-ABF3B76E37E0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4530A9FB-6A7B-4C51-875E-52A4960FA2F1}">
      <dgm:prSet/>
      <dgm:spPr/>
      <dgm:t>
        <a:bodyPr/>
        <a:lstStyle/>
        <a:p>
          <a:r>
            <a:rPr lang="en-US" b="1" i="0" baseline="0"/>
            <a:t>Data Quality:</a:t>
          </a:r>
          <a:r>
            <a:rPr lang="en-US" b="0" i="0" baseline="0"/>
            <a:t> Initial checks confirmed there were no missing values or duplicate records in the data.</a:t>
          </a:r>
          <a:endParaRPr lang="en-US"/>
        </a:p>
      </dgm:t>
    </dgm:pt>
    <dgm:pt modelId="{56C30BB6-093E-4DD1-9C81-F59BBA3C40FA}" type="parTrans" cxnId="{2A8226BE-37D5-4C77-BA32-1D2B7AB07D8E}">
      <dgm:prSet/>
      <dgm:spPr/>
      <dgm:t>
        <a:bodyPr/>
        <a:lstStyle/>
        <a:p>
          <a:endParaRPr lang="en-US"/>
        </a:p>
      </dgm:t>
    </dgm:pt>
    <dgm:pt modelId="{666926D0-24BC-4191-9F24-5DC696835874}" type="sibTrans" cxnId="{2A8226BE-37D5-4C77-BA32-1D2B7AB07D8E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6098223F-98FC-4DCE-AE66-A27B6CA5441B}">
      <dgm:prSet/>
      <dgm:spPr/>
      <dgm:t>
        <a:bodyPr/>
        <a:lstStyle/>
        <a:p>
          <a:r>
            <a:rPr lang="en-US" b="1" i="0" baseline="0"/>
            <a:t>Preparation:</a:t>
          </a:r>
          <a:r>
            <a:rPr lang="en-US" b="0" i="0" baseline="0"/>
            <a:t> Categorical variables were standardized and converted into numerical formats using pandas' get_dummies function for further analysis.</a:t>
          </a:r>
          <a:endParaRPr lang="en-US"/>
        </a:p>
      </dgm:t>
    </dgm:pt>
    <dgm:pt modelId="{4DED8453-8263-4CAE-8531-D46246DBED4D}" type="parTrans" cxnId="{3B71EC69-4AB6-4005-8CB7-01FAE7B9A743}">
      <dgm:prSet/>
      <dgm:spPr/>
      <dgm:t>
        <a:bodyPr/>
        <a:lstStyle/>
        <a:p>
          <a:endParaRPr lang="en-US"/>
        </a:p>
      </dgm:t>
    </dgm:pt>
    <dgm:pt modelId="{2002B191-72B1-4BEA-9DD3-5401B68882AC}" type="sibTrans" cxnId="{3B71EC69-4AB6-4005-8CB7-01FAE7B9A743}">
      <dgm:prSet phldrT="04" phldr="0"/>
      <dgm:spPr/>
      <dgm:t>
        <a:bodyPr/>
        <a:lstStyle/>
        <a:p>
          <a:endParaRPr lang="en-US"/>
        </a:p>
      </dgm:t>
    </dgm:pt>
    <dgm:pt modelId="{D26804F5-C4C6-4A78-8BC2-5F950AD38E36}" type="pres">
      <dgm:prSet presAssocID="{8A7B5EA0-C8E2-4BC2-93A9-74543DA6CD81}" presName="outerComposite" presStyleCnt="0">
        <dgm:presLayoutVars>
          <dgm:chMax val="5"/>
          <dgm:dir/>
          <dgm:resizeHandles val="exact"/>
        </dgm:presLayoutVars>
      </dgm:prSet>
      <dgm:spPr/>
    </dgm:pt>
    <dgm:pt modelId="{3583DBB8-891A-4FFE-A534-E5FA9DAD6A11}" type="pres">
      <dgm:prSet presAssocID="{8A7B5EA0-C8E2-4BC2-93A9-74543DA6CD81}" presName="dummyMaxCanvas" presStyleCnt="0">
        <dgm:presLayoutVars/>
      </dgm:prSet>
      <dgm:spPr/>
    </dgm:pt>
    <dgm:pt modelId="{E89F43C8-6A5B-4984-BA12-8C16914A7707}" type="pres">
      <dgm:prSet presAssocID="{8A7B5EA0-C8E2-4BC2-93A9-74543DA6CD81}" presName="FourNodes_1" presStyleLbl="node1" presStyleIdx="0" presStyleCnt="4">
        <dgm:presLayoutVars>
          <dgm:bulletEnabled val="1"/>
        </dgm:presLayoutVars>
      </dgm:prSet>
      <dgm:spPr/>
    </dgm:pt>
    <dgm:pt modelId="{E0199FCA-587B-48CF-A6B8-5F4197A42B4F}" type="pres">
      <dgm:prSet presAssocID="{8A7B5EA0-C8E2-4BC2-93A9-74543DA6CD81}" presName="FourNodes_2" presStyleLbl="node1" presStyleIdx="1" presStyleCnt="4">
        <dgm:presLayoutVars>
          <dgm:bulletEnabled val="1"/>
        </dgm:presLayoutVars>
      </dgm:prSet>
      <dgm:spPr/>
    </dgm:pt>
    <dgm:pt modelId="{270AAE77-0768-45FD-9D9C-A5C0B7F71E10}" type="pres">
      <dgm:prSet presAssocID="{8A7B5EA0-C8E2-4BC2-93A9-74543DA6CD81}" presName="FourNodes_3" presStyleLbl="node1" presStyleIdx="2" presStyleCnt="4">
        <dgm:presLayoutVars>
          <dgm:bulletEnabled val="1"/>
        </dgm:presLayoutVars>
      </dgm:prSet>
      <dgm:spPr/>
    </dgm:pt>
    <dgm:pt modelId="{5CB5F507-A03E-4CB1-81EF-CA1052A80F9F}" type="pres">
      <dgm:prSet presAssocID="{8A7B5EA0-C8E2-4BC2-93A9-74543DA6CD81}" presName="FourNodes_4" presStyleLbl="node1" presStyleIdx="3" presStyleCnt="4">
        <dgm:presLayoutVars>
          <dgm:bulletEnabled val="1"/>
        </dgm:presLayoutVars>
      </dgm:prSet>
      <dgm:spPr/>
    </dgm:pt>
    <dgm:pt modelId="{C3B6DDEF-11FC-469A-BD67-E2A820C64A93}" type="pres">
      <dgm:prSet presAssocID="{8A7B5EA0-C8E2-4BC2-93A9-74543DA6CD81}" presName="FourConn_1-2" presStyleLbl="fgAccFollowNode1" presStyleIdx="0" presStyleCnt="3">
        <dgm:presLayoutVars>
          <dgm:bulletEnabled val="1"/>
        </dgm:presLayoutVars>
      </dgm:prSet>
      <dgm:spPr/>
    </dgm:pt>
    <dgm:pt modelId="{D1BB2B84-6910-43B6-A510-D8C8A0F93DF5}" type="pres">
      <dgm:prSet presAssocID="{8A7B5EA0-C8E2-4BC2-93A9-74543DA6CD81}" presName="FourConn_2-3" presStyleLbl="fgAccFollowNode1" presStyleIdx="1" presStyleCnt="3">
        <dgm:presLayoutVars>
          <dgm:bulletEnabled val="1"/>
        </dgm:presLayoutVars>
      </dgm:prSet>
      <dgm:spPr/>
    </dgm:pt>
    <dgm:pt modelId="{2E38155B-9F98-4042-8C14-C5B4305A78F9}" type="pres">
      <dgm:prSet presAssocID="{8A7B5EA0-C8E2-4BC2-93A9-74543DA6CD81}" presName="FourConn_3-4" presStyleLbl="fgAccFollowNode1" presStyleIdx="2" presStyleCnt="3">
        <dgm:presLayoutVars>
          <dgm:bulletEnabled val="1"/>
        </dgm:presLayoutVars>
      </dgm:prSet>
      <dgm:spPr/>
    </dgm:pt>
    <dgm:pt modelId="{F5F9126E-B24D-435E-8780-EE255AC18F18}" type="pres">
      <dgm:prSet presAssocID="{8A7B5EA0-C8E2-4BC2-93A9-74543DA6CD81}" presName="FourNodes_1_text" presStyleLbl="node1" presStyleIdx="3" presStyleCnt="4">
        <dgm:presLayoutVars>
          <dgm:bulletEnabled val="1"/>
        </dgm:presLayoutVars>
      </dgm:prSet>
      <dgm:spPr/>
    </dgm:pt>
    <dgm:pt modelId="{8F3F2C1D-ADBF-44E8-97C9-9AEAB329D282}" type="pres">
      <dgm:prSet presAssocID="{8A7B5EA0-C8E2-4BC2-93A9-74543DA6CD81}" presName="FourNodes_2_text" presStyleLbl="node1" presStyleIdx="3" presStyleCnt="4">
        <dgm:presLayoutVars>
          <dgm:bulletEnabled val="1"/>
        </dgm:presLayoutVars>
      </dgm:prSet>
      <dgm:spPr/>
    </dgm:pt>
    <dgm:pt modelId="{DA72CDE2-1C99-4A85-941E-5B157879B7D2}" type="pres">
      <dgm:prSet presAssocID="{8A7B5EA0-C8E2-4BC2-93A9-74543DA6CD81}" presName="FourNodes_3_text" presStyleLbl="node1" presStyleIdx="3" presStyleCnt="4">
        <dgm:presLayoutVars>
          <dgm:bulletEnabled val="1"/>
        </dgm:presLayoutVars>
      </dgm:prSet>
      <dgm:spPr/>
    </dgm:pt>
    <dgm:pt modelId="{B9A1CB6C-8775-45E4-B07A-F0701F6647BC}" type="pres">
      <dgm:prSet presAssocID="{8A7B5EA0-C8E2-4BC2-93A9-74543DA6CD81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4221B903-2721-4417-A5C3-984D74250CA4}" type="presOf" srcId="{6E46547F-19A8-4502-A193-2126D549252C}" destId="{8F3F2C1D-ADBF-44E8-97C9-9AEAB329D282}" srcOrd="1" destOrd="0" presId="urn:microsoft.com/office/officeart/2005/8/layout/vProcess5"/>
    <dgm:cxn modelId="{9C4DE709-230C-4200-BED2-9CED9686CE0C}" type="presOf" srcId="{6098223F-98FC-4DCE-AE66-A27B6CA5441B}" destId="{B9A1CB6C-8775-45E4-B07A-F0701F6647BC}" srcOrd="1" destOrd="0" presId="urn:microsoft.com/office/officeart/2005/8/layout/vProcess5"/>
    <dgm:cxn modelId="{7AB5112B-144C-4B54-9DC4-A40A06507583}" type="presOf" srcId="{6098223F-98FC-4DCE-AE66-A27B6CA5441B}" destId="{5CB5F507-A03E-4CB1-81EF-CA1052A80F9F}" srcOrd="0" destOrd="0" presId="urn:microsoft.com/office/officeart/2005/8/layout/vProcess5"/>
    <dgm:cxn modelId="{A5DA623A-0C39-4115-9DE6-EC1EC2A81720}" type="presOf" srcId="{BBDA63C0-F4A1-46AF-8DA7-BD87BFB8621B}" destId="{D1BB2B84-6910-43B6-A510-D8C8A0F93DF5}" srcOrd="0" destOrd="0" presId="urn:microsoft.com/office/officeart/2005/8/layout/vProcess5"/>
    <dgm:cxn modelId="{D3769060-212C-40A5-9D06-7E932D238E9A}" type="presOf" srcId="{8A7B5EA0-C8E2-4BC2-93A9-74543DA6CD81}" destId="{D26804F5-C4C6-4A78-8BC2-5F950AD38E36}" srcOrd="0" destOrd="0" presId="urn:microsoft.com/office/officeart/2005/8/layout/vProcess5"/>
    <dgm:cxn modelId="{3B71EC69-4AB6-4005-8CB7-01FAE7B9A743}" srcId="{8A7B5EA0-C8E2-4BC2-93A9-74543DA6CD81}" destId="{6098223F-98FC-4DCE-AE66-A27B6CA5441B}" srcOrd="3" destOrd="0" parTransId="{4DED8453-8263-4CAE-8531-D46246DBED4D}" sibTransId="{2002B191-72B1-4BEA-9DD3-5401B68882AC}"/>
    <dgm:cxn modelId="{34761E50-8E32-4D85-8C76-10BB3024C6C2}" type="presOf" srcId="{4530A9FB-6A7B-4C51-875E-52A4960FA2F1}" destId="{270AAE77-0768-45FD-9D9C-A5C0B7F71E10}" srcOrd="0" destOrd="0" presId="urn:microsoft.com/office/officeart/2005/8/layout/vProcess5"/>
    <dgm:cxn modelId="{C8AB7C71-7AE1-4B3D-B88F-5013DCB09F8D}" type="presOf" srcId="{BB6CDE37-9A1B-45B3-AF40-F8D05778BBD1}" destId="{F5F9126E-B24D-435E-8780-EE255AC18F18}" srcOrd="1" destOrd="0" presId="urn:microsoft.com/office/officeart/2005/8/layout/vProcess5"/>
    <dgm:cxn modelId="{3EED2757-708C-461A-8DF1-91BCA4BED8E9}" srcId="{8A7B5EA0-C8E2-4BC2-93A9-74543DA6CD81}" destId="{BB6CDE37-9A1B-45B3-AF40-F8D05778BBD1}" srcOrd="0" destOrd="0" parTransId="{6EE7851E-0D58-4BDF-A6D8-237DDD52D14B}" sibTransId="{B665DE5D-BB1C-4259-9245-5E278EB51833}"/>
    <dgm:cxn modelId="{2FA02D7E-70FF-4FF8-90E3-C93C3980932E}" type="presOf" srcId="{BB6CDE37-9A1B-45B3-AF40-F8D05778BBD1}" destId="{E89F43C8-6A5B-4984-BA12-8C16914A7707}" srcOrd="0" destOrd="0" presId="urn:microsoft.com/office/officeart/2005/8/layout/vProcess5"/>
    <dgm:cxn modelId="{15B47585-B476-470D-937A-393C4BC76581}" type="presOf" srcId="{B665DE5D-BB1C-4259-9245-5E278EB51833}" destId="{C3B6DDEF-11FC-469A-BD67-E2A820C64A93}" srcOrd="0" destOrd="0" presId="urn:microsoft.com/office/officeart/2005/8/layout/vProcess5"/>
    <dgm:cxn modelId="{FB7E7791-4B3B-4B11-8B4C-00D3DC4BCEFB}" type="presOf" srcId="{4530A9FB-6A7B-4C51-875E-52A4960FA2F1}" destId="{DA72CDE2-1C99-4A85-941E-5B157879B7D2}" srcOrd="1" destOrd="0" presId="urn:microsoft.com/office/officeart/2005/8/layout/vProcess5"/>
    <dgm:cxn modelId="{A5350398-60F0-4657-9367-5F92EFAA17EE}" type="presOf" srcId="{666926D0-24BC-4191-9F24-5DC696835874}" destId="{2E38155B-9F98-4042-8C14-C5B4305A78F9}" srcOrd="0" destOrd="0" presId="urn:microsoft.com/office/officeart/2005/8/layout/vProcess5"/>
    <dgm:cxn modelId="{2A8226BE-37D5-4C77-BA32-1D2B7AB07D8E}" srcId="{8A7B5EA0-C8E2-4BC2-93A9-74543DA6CD81}" destId="{4530A9FB-6A7B-4C51-875E-52A4960FA2F1}" srcOrd="2" destOrd="0" parTransId="{56C30BB6-093E-4DD1-9C81-F59BBA3C40FA}" sibTransId="{666926D0-24BC-4191-9F24-5DC696835874}"/>
    <dgm:cxn modelId="{671D8CCE-2F5F-4B51-940E-5487E3B81BB2}" type="presOf" srcId="{6E46547F-19A8-4502-A193-2126D549252C}" destId="{E0199FCA-587B-48CF-A6B8-5F4197A42B4F}" srcOrd="0" destOrd="0" presId="urn:microsoft.com/office/officeart/2005/8/layout/vProcess5"/>
    <dgm:cxn modelId="{4BF214ED-D4CE-4F8B-AD4A-ABF3B76E37E0}" srcId="{8A7B5EA0-C8E2-4BC2-93A9-74543DA6CD81}" destId="{6E46547F-19A8-4502-A193-2126D549252C}" srcOrd="1" destOrd="0" parTransId="{EB2225BC-EE77-4B16-8AFF-588469A00584}" sibTransId="{BBDA63C0-F4A1-46AF-8DA7-BD87BFB8621B}"/>
    <dgm:cxn modelId="{BE084BC1-7BA0-47C5-B0C1-5B1626276B39}" type="presParOf" srcId="{D26804F5-C4C6-4A78-8BC2-5F950AD38E36}" destId="{3583DBB8-891A-4FFE-A534-E5FA9DAD6A11}" srcOrd="0" destOrd="0" presId="urn:microsoft.com/office/officeart/2005/8/layout/vProcess5"/>
    <dgm:cxn modelId="{1E397459-9AB2-4D8F-BC5C-584123CE7A8C}" type="presParOf" srcId="{D26804F5-C4C6-4A78-8BC2-5F950AD38E36}" destId="{E89F43C8-6A5B-4984-BA12-8C16914A7707}" srcOrd="1" destOrd="0" presId="urn:microsoft.com/office/officeart/2005/8/layout/vProcess5"/>
    <dgm:cxn modelId="{90D6A49B-144E-4798-A378-9915E906D4CF}" type="presParOf" srcId="{D26804F5-C4C6-4A78-8BC2-5F950AD38E36}" destId="{E0199FCA-587B-48CF-A6B8-5F4197A42B4F}" srcOrd="2" destOrd="0" presId="urn:microsoft.com/office/officeart/2005/8/layout/vProcess5"/>
    <dgm:cxn modelId="{FFDC8B32-D2B5-4143-947E-2CEEBBCAD6E7}" type="presParOf" srcId="{D26804F5-C4C6-4A78-8BC2-5F950AD38E36}" destId="{270AAE77-0768-45FD-9D9C-A5C0B7F71E10}" srcOrd="3" destOrd="0" presId="urn:microsoft.com/office/officeart/2005/8/layout/vProcess5"/>
    <dgm:cxn modelId="{40297AE9-6D25-48A6-BDD2-95E9B1868087}" type="presParOf" srcId="{D26804F5-C4C6-4A78-8BC2-5F950AD38E36}" destId="{5CB5F507-A03E-4CB1-81EF-CA1052A80F9F}" srcOrd="4" destOrd="0" presId="urn:microsoft.com/office/officeart/2005/8/layout/vProcess5"/>
    <dgm:cxn modelId="{3C8A1595-5B69-44AC-9705-814F8057DED4}" type="presParOf" srcId="{D26804F5-C4C6-4A78-8BC2-5F950AD38E36}" destId="{C3B6DDEF-11FC-469A-BD67-E2A820C64A93}" srcOrd="5" destOrd="0" presId="urn:microsoft.com/office/officeart/2005/8/layout/vProcess5"/>
    <dgm:cxn modelId="{1F352F51-A6A6-45E7-A61D-7388F54240FF}" type="presParOf" srcId="{D26804F5-C4C6-4A78-8BC2-5F950AD38E36}" destId="{D1BB2B84-6910-43B6-A510-D8C8A0F93DF5}" srcOrd="6" destOrd="0" presId="urn:microsoft.com/office/officeart/2005/8/layout/vProcess5"/>
    <dgm:cxn modelId="{0BB127F2-97D4-4B87-9FE5-608C26BF03B2}" type="presParOf" srcId="{D26804F5-C4C6-4A78-8BC2-5F950AD38E36}" destId="{2E38155B-9F98-4042-8C14-C5B4305A78F9}" srcOrd="7" destOrd="0" presId="urn:microsoft.com/office/officeart/2005/8/layout/vProcess5"/>
    <dgm:cxn modelId="{219472FE-2F5F-4C77-8642-32CD7DC40825}" type="presParOf" srcId="{D26804F5-C4C6-4A78-8BC2-5F950AD38E36}" destId="{F5F9126E-B24D-435E-8780-EE255AC18F18}" srcOrd="8" destOrd="0" presId="urn:microsoft.com/office/officeart/2005/8/layout/vProcess5"/>
    <dgm:cxn modelId="{A6D23730-6B56-4710-869F-DCEB07082179}" type="presParOf" srcId="{D26804F5-C4C6-4A78-8BC2-5F950AD38E36}" destId="{8F3F2C1D-ADBF-44E8-97C9-9AEAB329D282}" srcOrd="9" destOrd="0" presId="urn:microsoft.com/office/officeart/2005/8/layout/vProcess5"/>
    <dgm:cxn modelId="{FE25ACEE-5B37-4069-9DBC-AD31D7D47139}" type="presParOf" srcId="{D26804F5-C4C6-4A78-8BC2-5F950AD38E36}" destId="{DA72CDE2-1C99-4A85-941E-5B157879B7D2}" srcOrd="10" destOrd="0" presId="urn:microsoft.com/office/officeart/2005/8/layout/vProcess5"/>
    <dgm:cxn modelId="{15F4185A-929C-43C3-8AA0-880A8672370B}" type="presParOf" srcId="{D26804F5-C4C6-4A78-8BC2-5F950AD38E36}" destId="{B9A1CB6C-8775-45E4-B07A-F0701F6647BC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E21ABAF-2B66-4FC7-AEA9-20D4675FF0E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1BEA425-A6CF-4B93-B420-2A3D2B0625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Clustering Technique:</a:t>
          </a:r>
          <a:r>
            <a:rPr lang="en-US" b="0" i="0" baseline="0"/>
            <a:t> K-Prototypes was used because standard algorithms cannot handle the dataset's mixed categorical and continuous variables.</a:t>
          </a:r>
          <a:endParaRPr lang="en-US"/>
        </a:p>
      </dgm:t>
    </dgm:pt>
    <dgm:pt modelId="{E965A90C-600C-4084-8650-2266D4248C62}" type="parTrans" cxnId="{9064A837-1133-40AC-9371-3504B727CAC3}">
      <dgm:prSet/>
      <dgm:spPr/>
      <dgm:t>
        <a:bodyPr/>
        <a:lstStyle/>
        <a:p>
          <a:endParaRPr lang="en-US"/>
        </a:p>
      </dgm:t>
    </dgm:pt>
    <dgm:pt modelId="{3AFAE983-8C57-49BA-9F43-DBE6A210FEA1}" type="sibTrans" cxnId="{9064A837-1133-40AC-9371-3504B727CAC3}">
      <dgm:prSet/>
      <dgm:spPr/>
      <dgm:t>
        <a:bodyPr/>
        <a:lstStyle/>
        <a:p>
          <a:endParaRPr lang="en-US"/>
        </a:p>
      </dgm:t>
    </dgm:pt>
    <dgm:pt modelId="{42460E62-D6D5-48CA-A031-DDAB1550CE3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Optimal Clusters:</a:t>
          </a:r>
          <a:r>
            <a:rPr lang="en-US" b="0" i="0" baseline="0"/>
            <a:t> The Elbow Method identified 3 as the most mathematically efficient number of clusters for this dataset.</a:t>
          </a:r>
          <a:endParaRPr lang="en-US"/>
        </a:p>
      </dgm:t>
    </dgm:pt>
    <dgm:pt modelId="{574F1948-9229-422E-9353-89BD27ED5D42}" type="parTrans" cxnId="{1B15207C-D3B4-4102-8006-5D89CDEAF8D0}">
      <dgm:prSet/>
      <dgm:spPr/>
      <dgm:t>
        <a:bodyPr/>
        <a:lstStyle/>
        <a:p>
          <a:endParaRPr lang="en-US"/>
        </a:p>
      </dgm:t>
    </dgm:pt>
    <dgm:pt modelId="{56AA7F9F-246E-45B7-B15F-2A9D3BB7AA6A}" type="sibTrans" cxnId="{1B15207C-D3B4-4102-8006-5D89CDEAF8D0}">
      <dgm:prSet/>
      <dgm:spPr/>
      <dgm:t>
        <a:bodyPr/>
        <a:lstStyle/>
        <a:p>
          <a:endParaRPr lang="en-US"/>
        </a:p>
      </dgm:t>
    </dgm:pt>
    <dgm:pt modelId="{4C767F7E-CF98-4F7D-862F-E59D2EDCE7A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Model Success:</a:t>
          </a:r>
          <a:r>
            <a:rPr lang="en-US" b="0" i="0" baseline="0"/>
            <a:t> Students were successfully grouped into three main categories, achieving a silhouette score of 0.35.</a:t>
          </a:r>
          <a:endParaRPr lang="en-US"/>
        </a:p>
      </dgm:t>
    </dgm:pt>
    <dgm:pt modelId="{48964CE9-8616-4C70-BC9A-1E39C3E988E2}" type="parTrans" cxnId="{024CDCAD-F226-4FF5-895F-04DB178D1994}">
      <dgm:prSet/>
      <dgm:spPr/>
      <dgm:t>
        <a:bodyPr/>
        <a:lstStyle/>
        <a:p>
          <a:endParaRPr lang="en-US"/>
        </a:p>
      </dgm:t>
    </dgm:pt>
    <dgm:pt modelId="{3ACFD28A-B229-49DD-9AF9-457B44336A9C}" type="sibTrans" cxnId="{024CDCAD-F226-4FF5-895F-04DB178D1994}">
      <dgm:prSet/>
      <dgm:spPr/>
      <dgm:t>
        <a:bodyPr/>
        <a:lstStyle/>
        <a:p>
          <a:endParaRPr lang="en-US"/>
        </a:p>
      </dgm:t>
    </dgm:pt>
    <dgm:pt modelId="{C946F93F-3A79-4883-B749-52A9964F045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i="0" baseline="0"/>
            <a:t>Group Interpretations:</a:t>
          </a:r>
          <a:r>
            <a:rPr lang="en-US" b="0" i="0" baseline="0"/>
            <a:t> Based on mean scores, the clusters represent low-performing students, moderately performing students, and high-performing students.</a:t>
          </a:r>
          <a:endParaRPr lang="en-US"/>
        </a:p>
      </dgm:t>
    </dgm:pt>
    <dgm:pt modelId="{0A4856D7-666A-437B-85D6-DF7AA734BD76}" type="parTrans" cxnId="{3652B83B-83E9-437F-8B78-C8C34F6D1D13}">
      <dgm:prSet/>
      <dgm:spPr/>
      <dgm:t>
        <a:bodyPr/>
        <a:lstStyle/>
        <a:p>
          <a:endParaRPr lang="en-US"/>
        </a:p>
      </dgm:t>
    </dgm:pt>
    <dgm:pt modelId="{57E2EA7F-B1C4-4246-AAD9-062F1CFF6A22}" type="sibTrans" cxnId="{3652B83B-83E9-437F-8B78-C8C34F6D1D13}">
      <dgm:prSet/>
      <dgm:spPr/>
      <dgm:t>
        <a:bodyPr/>
        <a:lstStyle/>
        <a:p>
          <a:endParaRPr lang="en-US"/>
        </a:p>
      </dgm:t>
    </dgm:pt>
    <dgm:pt modelId="{79117A36-259C-4DED-B61A-18EC886EF0A6}" type="pres">
      <dgm:prSet presAssocID="{6E21ABAF-2B66-4FC7-AEA9-20D4675FF0EE}" presName="root" presStyleCnt="0">
        <dgm:presLayoutVars>
          <dgm:dir/>
          <dgm:resizeHandles val="exact"/>
        </dgm:presLayoutVars>
      </dgm:prSet>
      <dgm:spPr/>
    </dgm:pt>
    <dgm:pt modelId="{8F9434B8-435E-418F-B768-EB7FE796976A}" type="pres">
      <dgm:prSet presAssocID="{81BEA425-A6CF-4B93-B420-2A3D2B0625A7}" presName="compNode" presStyleCnt="0"/>
      <dgm:spPr/>
    </dgm:pt>
    <dgm:pt modelId="{F39161D2-7463-43A8-A906-9015830992EC}" type="pres">
      <dgm:prSet presAssocID="{81BEA425-A6CF-4B93-B420-2A3D2B0625A7}" presName="bgRect" presStyleLbl="bgShp" presStyleIdx="0" presStyleCnt="4"/>
      <dgm:spPr/>
    </dgm:pt>
    <dgm:pt modelId="{D11E4E9E-9D37-4922-9410-BE09CE439A9E}" type="pres">
      <dgm:prSet presAssocID="{81BEA425-A6CF-4B93-B420-2A3D2B0625A7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6A8138E-0E94-45B6-AE0D-1574FA274A21}" type="pres">
      <dgm:prSet presAssocID="{81BEA425-A6CF-4B93-B420-2A3D2B0625A7}" presName="spaceRect" presStyleCnt="0"/>
      <dgm:spPr/>
    </dgm:pt>
    <dgm:pt modelId="{622A5CEE-872B-481E-98F1-A1477FA08DCE}" type="pres">
      <dgm:prSet presAssocID="{81BEA425-A6CF-4B93-B420-2A3D2B0625A7}" presName="parTx" presStyleLbl="revTx" presStyleIdx="0" presStyleCnt="4">
        <dgm:presLayoutVars>
          <dgm:chMax val="0"/>
          <dgm:chPref val="0"/>
        </dgm:presLayoutVars>
      </dgm:prSet>
      <dgm:spPr/>
    </dgm:pt>
    <dgm:pt modelId="{0C6807E4-008A-411B-9B9E-7963E94E689D}" type="pres">
      <dgm:prSet presAssocID="{3AFAE983-8C57-49BA-9F43-DBE6A210FEA1}" presName="sibTrans" presStyleCnt="0"/>
      <dgm:spPr/>
    </dgm:pt>
    <dgm:pt modelId="{90A5C01B-69FE-4865-A6C4-40DACA8817E3}" type="pres">
      <dgm:prSet presAssocID="{42460E62-D6D5-48CA-A031-DDAB1550CE31}" presName="compNode" presStyleCnt="0"/>
      <dgm:spPr/>
    </dgm:pt>
    <dgm:pt modelId="{3AB577AC-5881-4320-B1B9-7CD0CA7472F8}" type="pres">
      <dgm:prSet presAssocID="{42460E62-D6D5-48CA-A031-DDAB1550CE31}" presName="bgRect" presStyleLbl="bgShp" presStyleIdx="1" presStyleCnt="4"/>
      <dgm:spPr/>
    </dgm:pt>
    <dgm:pt modelId="{1B043E48-A4B9-48C2-9219-4E312C9910A1}" type="pres">
      <dgm:prSet presAssocID="{42460E62-D6D5-48CA-A031-DDAB1550CE31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A3B550C6-1FC2-4C38-8418-76C76A90C490}" type="pres">
      <dgm:prSet presAssocID="{42460E62-D6D5-48CA-A031-DDAB1550CE31}" presName="spaceRect" presStyleCnt="0"/>
      <dgm:spPr/>
    </dgm:pt>
    <dgm:pt modelId="{05790519-D628-4018-87D4-4BB94510A129}" type="pres">
      <dgm:prSet presAssocID="{42460E62-D6D5-48CA-A031-DDAB1550CE31}" presName="parTx" presStyleLbl="revTx" presStyleIdx="1" presStyleCnt="4">
        <dgm:presLayoutVars>
          <dgm:chMax val="0"/>
          <dgm:chPref val="0"/>
        </dgm:presLayoutVars>
      </dgm:prSet>
      <dgm:spPr/>
    </dgm:pt>
    <dgm:pt modelId="{A62584AD-A24A-4EFA-831C-43C964F222BF}" type="pres">
      <dgm:prSet presAssocID="{56AA7F9F-246E-45B7-B15F-2A9D3BB7AA6A}" presName="sibTrans" presStyleCnt="0"/>
      <dgm:spPr/>
    </dgm:pt>
    <dgm:pt modelId="{E30E754A-F9CF-4360-A4AB-A244628C1452}" type="pres">
      <dgm:prSet presAssocID="{4C767F7E-CF98-4F7D-862F-E59D2EDCE7A9}" presName="compNode" presStyleCnt="0"/>
      <dgm:spPr/>
    </dgm:pt>
    <dgm:pt modelId="{12ACDF20-C5D2-4F18-806B-E50D74D1DC77}" type="pres">
      <dgm:prSet presAssocID="{4C767F7E-CF98-4F7D-862F-E59D2EDCE7A9}" presName="bgRect" presStyleLbl="bgShp" presStyleIdx="2" presStyleCnt="4"/>
      <dgm:spPr/>
    </dgm:pt>
    <dgm:pt modelId="{2E789CC9-EA45-41AA-998F-89A48E27DC4A}" type="pres">
      <dgm:prSet presAssocID="{4C767F7E-CF98-4F7D-862F-E59D2EDCE7A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95DB968F-5E8B-4142-BAA2-DA67BFBEA265}" type="pres">
      <dgm:prSet presAssocID="{4C767F7E-CF98-4F7D-862F-E59D2EDCE7A9}" presName="spaceRect" presStyleCnt="0"/>
      <dgm:spPr/>
    </dgm:pt>
    <dgm:pt modelId="{B61FD6E7-6AAD-40D3-B4BF-78B9029D10E1}" type="pres">
      <dgm:prSet presAssocID="{4C767F7E-CF98-4F7D-862F-E59D2EDCE7A9}" presName="parTx" presStyleLbl="revTx" presStyleIdx="2" presStyleCnt="4">
        <dgm:presLayoutVars>
          <dgm:chMax val="0"/>
          <dgm:chPref val="0"/>
        </dgm:presLayoutVars>
      </dgm:prSet>
      <dgm:spPr/>
    </dgm:pt>
    <dgm:pt modelId="{09CE54ED-BFB1-44CA-9B07-302312C8D081}" type="pres">
      <dgm:prSet presAssocID="{3ACFD28A-B229-49DD-9AF9-457B44336A9C}" presName="sibTrans" presStyleCnt="0"/>
      <dgm:spPr/>
    </dgm:pt>
    <dgm:pt modelId="{4D41DAC5-3DDC-4B4B-BE20-267EC7742F0F}" type="pres">
      <dgm:prSet presAssocID="{C946F93F-3A79-4883-B749-52A9964F045F}" presName="compNode" presStyleCnt="0"/>
      <dgm:spPr/>
    </dgm:pt>
    <dgm:pt modelId="{B1537A1B-0E7F-408A-BB55-670C5401ECE5}" type="pres">
      <dgm:prSet presAssocID="{C946F93F-3A79-4883-B749-52A9964F045F}" presName="bgRect" presStyleLbl="bgShp" presStyleIdx="3" presStyleCnt="4"/>
      <dgm:spPr/>
    </dgm:pt>
    <dgm:pt modelId="{D1B7D5FE-6A6B-4C48-BE2A-FC916A866A16}" type="pres">
      <dgm:prSet presAssocID="{C946F93F-3A79-4883-B749-52A9964F045F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aduation Cap"/>
        </a:ext>
      </dgm:extLst>
    </dgm:pt>
    <dgm:pt modelId="{D901E790-DF0A-4A54-B6A9-7A9A7393C134}" type="pres">
      <dgm:prSet presAssocID="{C946F93F-3A79-4883-B749-52A9964F045F}" presName="spaceRect" presStyleCnt="0"/>
      <dgm:spPr/>
    </dgm:pt>
    <dgm:pt modelId="{754028F4-2622-43E6-9672-D5F2F0EF8D59}" type="pres">
      <dgm:prSet presAssocID="{C946F93F-3A79-4883-B749-52A9964F045F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95ED8027-830F-4C60-8BD5-4F0B6CF86E63}" type="presOf" srcId="{4C767F7E-CF98-4F7D-862F-E59D2EDCE7A9}" destId="{B61FD6E7-6AAD-40D3-B4BF-78B9029D10E1}" srcOrd="0" destOrd="0" presId="urn:microsoft.com/office/officeart/2018/2/layout/IconVerticalSolidList"/>
    <dgm:cxn modelId="{9064A837-1133-40AC-9371-3504B727CAC3}" srcId="{6E21ABAF-2B66-4FC7-AEA9-20D4675FF0EE}" destId="{81BEA425-A6CF-4B93-B420-2A3D2B0625A7}" srcOrd="0" destOrd="0" parTransId="{E965A90C-600C-4084-8650-2266D4248C62}" sibTransId="{3AFAE983-8C57-49BA-9F43-DBE6A210FEA1}"/>
    <dgm:cxn modelId="{3652B83B-83E9-437F-8B78-C8C34F6D1D13}" srcId="{6E21ABAF-2B66-4FC7-AEA9-20D4675FF0EE}" destId="{C946F93F-3A79-4883-B749-52A9964F045F}" srcOrd="3" destOrd="0" parTransId="{0A4856D7-666A-437B-85D6-DF7AA734BD76}" sibTransId="{57E2EA7F-B1C4-4246-AAD9-062F1CFF6A22}"/>
    <dgm:cxn modelId="{83112B50-1F3A-4387-838D-17DF54C1E723}" type="presOf" srcId="{81BEA425-A6CF-4B93-B420-2A3D2B0625A7}" destId="{622A5CEE-872B-481E-98F1-A1477FA08DCE}" srcOrd="0" destOrd="0" presId="urn:microsoft.com/office/officeart/2018/2/layout/IconVerticalSolidList"/>
    <dgm:cxn modelId="{1B15207C-D3B4-4102-8006-5D89CDEAF8D0}" srcId="{6E21ABAF-2B66-4FC7-AEA9-20D4675FF0EE}" destId="{42460E62-D6D5-48CA-A031-DDAB1550CE31}" srcOrd="1" destOrd="0" parTransId="{574F1948-9229-422E-9353-89BD27ED5D42}" sibTransId="{56AA7F9F-246E-45B7-B15F-2A9D3BB7AA6A}"/>
    <dgm:cxn modelId="{024CDCAD-F226-4FF5-895F-04DB178D1994}" srcId="{6E21ABAF-2B66-4FC7-AEA9-20D4675FF0EE}" destId="{4C767F7E-CF98-4F7D-862F-E59D2EDCE7A9}" srcOrd="2" destOrd="0" parTransId="{48964CE9-8616-4C70-BC9A-1E39C3E988E2}" sibTransId="{3ACFD28A-B229-49DD-9AF9-457B44336A9C}"/>
    <dgm:cxn modelId="{E41D1ACE-3AE4-4004-86A8-A05B94CCDD69}" type="presOf" srcId="{6E21ABAF-2B66-4FC7-AEA9-20D4675FF0EE}" destId="{79117A36-259C-4DED-B61A-18EC886EF0A6}" srcOrd="0" destOrd="0" presId="urn:microsoft.com/office/officeart/2018/2/layout/IconVerticalSolidList"/>
    <dgm:cxn modelId="{544A73DB-1159-450A-8C2A-5AC5F0EDDBD4}" type="presOf" srcId="{C946F93F-3A79-4883-B749-52A9964F045F}" destId="{754028F4-2622-43E6-9672-D5F2F0EF8D59}" srcOrd="0" destOrd="0" presId="urn:microsoft.com/office/officeart/2018/2/layout/IconVerticalSolidList"/>
    <dgm:cxn modelId="{032978E4-8717-4C6E-B48F-F7FFE9A3D2BC}" type="presOf" srcId="{42460E62-D6D5-48CA-A031-DDAB1550CE31}" destId="{05790519-D628-4018-87D4-4BB94510A129}" srcOrd="0" destOrd="0" presId="urn:microsoft.com/office/officeart/2018/2/layout/IconVerticalSolidList"/>
    <dgm:cxn modelId="{6F1205AC-0CC6-4964-A6A2-1958017FBBF1}" type="presParOf" srcId="{79117A36-259C-4DED-B61A-18EC886EF0A6}" destId="{8F9434B8-435E-418F-B768-EB7FE796976A}" srcOrd="0" destOrd="0" presId="urn:microsoft.com/office/officeart/2018/2/layout/IconVerticalSolidList"/>
    <dgm:cxn modelId="{4C9F2343-AD4A-49D5-BCE5-C94458BC1156}" type="presParOf" srcId="{8F9434B8-435E-418F-B768-EB7FE796976A}" destId="{F39161D2-7463-43A8-A906-9015830992EC}" srcOrd="0" destOrd="0" presId="urn:microsoft.com/office/officeart/2018/2/layout/IconVerticalSolidList"/>
    <dgm:cxn modelId="{FC994CD0-8228-4963-9CF4-B143C74F582B}" type="presParOf" srcId="{8F9434B8-435E-418F-B768-EB7FE796976A}" destId="{D11E4E9E-9D37-4922-9410-BE09CE439A9E}" srcOrd="1" destOrd="0" presId="urn:microsoft.com/office/officeart/2018/2/layout/IconVerticalSolidList"/>
    <dgm:cxn modelId="{B1059A21-244E-4A95-92C8-7D11C7BD83AA}" type="presParOf" srcId="{8F9434B8-435E-418F-B768-EB7FE796976A}" destId="{06A8138E-0E94-45B6-AE0D-1574FA274A21}" srcOrd="2" destOrd="0" presId="urn:microsoft.com/office/officeart/2018/2/layout/IconVerticalSolidList"/>
    <dgm:cxn modelId="{4E2F20EE-D7B8-4E30-A52B-787506430549}" type="presParOf" srcId="{8F9434B8-435E-418F-B768-EB7FE796976A}" destId="{622A5CEE-872B-481E-98F1-A1477FA08DCE}" srcOrd="3" destOrd="0" presId="urn:microsoft.com/office/officeart/2018/2/layout/IconVerticalSolidList"/>
    <dgm:cxn modelId="{AD48787E-22C9-4FCB-988D-740DAF3C944F}" type="presParOf" srcId="{79117A36-259C-4DED-B61A-18EC886EF0A6}" destId="{0C6807E4-008A-411B-9B9E-7963E94E689D}" srcOrd="1" destOrd="0" presId="urn:microsoft.com/office/officeart/2018/2/layout/IconVerticalSolidList"/>
    <dgm:cxn modelId="{71A773E1-EFC0-450D-A16D-9B7D2C0ADE65}" type="presParOf" srcId="{79117A36-259C-4DED-B61A-18EC886EF0A6}" destId="{90A5C01B-69FE-4865-A6C4-40DACA8817E3}" srcOrd="2" destOrd="0" presId="urn:microsoft.com/office/officeart/2018/2/layout/IconVerticalSolidList"/>
    <dgm:cxn modelId="{DA8E9D22-38D0-4806-B73A-90AB5A98438E}" type="presParOf" srcId="{90A5C01B-69FE-4865-A6C4-40DACA8817E3}" destId="{3AB577AC-5881-4320-B1B9-7CD0CA7472F8}" srcOrd="0" destOrd="0" presId="urn:microsoft.com/office/officeart/2018/2/layout/IconVerticalSolidList"/>
    <dgm:cxn modelId="{7281F6F5-F3A4-4CA7-B483-BB1E2A856444}" type="presParOf" srcId="{90A5C01B-69FE-4865-A6C4-40DACA8817E3}" destId="{1B043E48-A4B9-48C2-9219-4E312C9910A1}" srcOrd="1" destOrd="0" presId="urn:microsoft.com/office/officeart/2018/2/layout/IconVerticalSolidList"/>
    <dgm:cxn modelId="{7A94F1D0-25B2-4870-AF3C-F4D94FE6BCD9}" type="presParOf" srcId="{90A5C01B-69FE-4865-A6C4-40DACA8817E3}" destId="{A3B550C6-1FC2-4C38-8418-76C76A90C490}" srcOrd="2" destOrd="0" presId="urn:microsoft.com/office/officeart/2018/2/layout/IconVerticalSolidList"/>
    <dgm:cxn modelId="{905EEA4E-850E-4B62-8B22-FA644EC01F0B}" type="presParOf" srcId="{90A5C01B-69FE-4865-A6C4-40DACA8817E3}" destId="{05790519-D628-4018-87D4-4BB94510A129}" srcOrd="3" destOrd="0" presId="urn:microsoft.com/office/officeart/2018/2/layout/IconVerticalSolidList"/>
    <dgm:cxn modelId="{4C8983A3-6F3D-47D5-A661-0BA932EE929F}" type="presParOf" srcId="{79117A36-259C-4DED-B61A-18EC886EF0A6}" destId="{A62584AD-A24A-4EFA-831C-43C964F222BF}" srcOrd="3" destOrd="0" presId="urn:microsoft.com/office/officeart/2018/2/layout/IconVerticalSolidList"/>
    <dgm:cxn modelId="{FE078B02-276C-42E2-81D8-24E4B2F8624E}" type="presParOf" srcId="{79117A36-259C-4DED-B61A-18EC886EF0A6}" destId="{E30E754A-F9CF-4360-A4AB-A244628C1452}" srcOrd="4" destOrd="0" presId="urn:microsoft.com/office/officeart/2018/2/layout/IconVerticalSolidList"/>
    <dgm:cxn modelId="{44B45731-9814-418D-BBB2-8551F325F35F}" type="presParOf" srcId="{E30E754A-F9CF-4360-A4AB-A244628C1452}" destId="{12ACDF20-C5D2-4F18-806B-E50D74D1DC77}" srcOrd="0" destOrd="0" presId="urn:microsoft.com/office/officeart/2018/2/layout/IconVerticalSolidList"/>
    <dgm:cxn modelId="{6B51E8D2-3B1A-46E8-9F7C-27058158226D}" type="presParOf" srcId="{E30E754A-F9CF-4360-A4AB-A244628C1452}" destId="{2E789CC9-EA45-41AA-998F-89A48E27DC4A}" srcOrd="1" destOrd="0" presId="urn:microsoft.com/office/officeart/2018/2/layout/IconVerticalSolidList"/>
    <dgm:cxn modelId="{789C061F-9B31-4869-9F7E-ABB75C17103A}" type="presParOf" srcId="{E30E754A-F9CF-4360-A4AB-A244628C1452}" destId="{95DB968F-5E8B-4142-BAA2-DA67BFBEA265}" srcOrd="2" destOrd="0" presId="urn:microsoft.com/office/officeart/2018/2/layout/IconVerticalSolidList"/>
    <dgm:cxn modelId="{7929EB7D-9692-4B57-A6F5-9DF62DF29AF0}" type="presParOf" srcId="{E30E754A-F9CF-4360-A4AB-A244628C1452}" destId="{B61FD6E7-6AAD-40D3-B4BF-78B9029D10E1}" srcOrd="3" destOrd="0" presId="urn:microsoft.com/office/officeart/2018/2/layout/IconVerticalSolidList"/>
    <dgm:cxn modelId="{36421191-EDAD-4955-8C40-266AB18B66A0}" type="presParOf" srcId="{79117A36-259C-4DED-B61A-18EC886EF0A6}" destId="{09CE54ED-BFB1-44CA-9B07-302312C8D081}" srcOrd="5" destOrd="0" presId="urn:microsoft.com/office/officeart/2018/2/layout/IconVerticalSolidList"/>
    <dgm:cxn modelId="{48F0C4DA-3D8C-4DF8-889C-9428874721F2}" type="presParOf" srcId="{79117A36-259C-4DED-B61A-18EC886EF0A6}" destId="{4D41DAC5-3DDC-4B4B-BE20-267EC7742F0F}" srcOrd="6" destOrd="0" presId="urn:microsoft.com/office/officeart/2018/2/layout/IconVerticalSolidList"/>
    <dgm:cxn modelId="{41A0BAFB-5753-4D68-9916-B764713549A7}" type="presParOf" srcId="{4D41DAC5-3DDC-4B4B-BE20-267EC7742F0F}" destId="{B1537A1B-0E7F-408A-BB55-670C5401ECE5}" srcOrd="0" destOrd="0" presId="urn:microsoft.com/office/officeart/2018/2/layout/IconVerticalSolidList"/>
    <dgm:cxn modelId="{F0086FB4-4A24-4CF3-B2FB-C1C1E8FAFD66}" type="presParOf" srcId="{4D41DAC5-3DDC-4B4B-BE20-267EC7742F0F}" destId="{D1B7D5FE-6A6B-4C48-BE2A-FC916A866A16}" srcOrd="1" destOrd="0" presId="urn:microsoft.com/office/officeart/2018/2/layout/IconVerticalSolidList"/>
    <dgm:cxn modelId="{E6DFD88D-9FBB-47F3-81E7-9A07AE4693BA}" type="presParOf" srcId="{4D41DAC5-3DDC-4B4B-BE20-267EC7742F0F}" destId="{D901E790-DF0A-4A54-B6A9-7A9A7393C134}" srcOrd="2" destOrd="0" presId="urn:microsoft.com/office/officeart/2018/2/layout/IconVerticalSolidList"/>
    <dgm:cxn modelId="{B5C6A90B-3A63-4B2C-9A2D-703DE3A60F69}" type="presParOf" srcId="{4D41DAC5-3DDC-4B4B-BE20-267EC7742F0F}" destId="{754028F4-2622-43E6-9672-D5F2F0EF8D5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C8B5E32-ED6D-4BC9-85C5-BF1D6829A779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ECD5C21-5E1D-4ABC-A581-3511785F51F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i="0" baseline="0"/>
            <a:t>Combined Value:</a:t>
          </a:r>
          <a:r>
            <a:rPr lang="en-US" b="0" i="0" baseline="0"/>
            <a:t> Utilizing both prediction and clustering gives a much deeper insight into student performance and behavior.</a:t>
          </a:r>
          <a:endParaRPr lang="en-US"/>
        </a:p>
      </dgm:t>
    </dgm:pt>
    <dgm:pt modelId="{DCAF8E33-177D-40BE-B87D-E46B2970CFC4}" type="parTrans" cxnId="{717BA9DD-7896-45A7-8542-D305F761EDEF}">
      <dgm:prSet/>
      <dgm:spPr/>
      <dgm:t>
        <a:bodyPr/>
        <a:lstStyle/>
        <a:p>
          <a:endParaRPr lang="en-US"/>
        </a:p>
      </dgm:t>
    </dgm:pt>
    <dgm:pt modelId="{CEA00DD1-A04C-4D81-975D-AF22EB463B08}" type="sibTrans" cxnId="{717BA9DD-7896-45A7-8542-D305F761EDEF}">
      <dgm:prSet/>
      <dgm:spPr/>
      <dgm:t>
        <a:bodyPr/>
        <a:lstStyle/>
        <a:p>
          <a:endParaRPr lang="en-US"/>
        </a:p>
      </dgm:t>
    </dgm:pt>
    <dgm:pt modelId="{B5F779B7-BB2C-4CCE-BAE6-8504FCA415EE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i="0" baseline="0"/>
            <a:t>Critical Indicators:</a:t>
          </a:r>
          <a:r>
            <a:rPr lang="en-US" b="0" i="0" baseline="0"/>
            <a:t> Previous academic results (especially G2) and attendance records have a significant impact on final performance.</a:t>
          </a:r>
          <a:endParaRPr lang="en-US"/>
        </a:p>
      </dgm:t>
    </dgm:pt>
    <dgm:pt modelId="{E20CCA42-92D2-4122-BBB3-C7F122AC2043}" type="parTrans" cxnId="{D500A734-8168-4055-85AE-BA96D7653362}">
      <dgm:prSet/>
      <dgm:spPr/>
      <dgm:t>
        <a:bodyPr/>
        <a:lstStyle/>
        <a:p>
          <a:endParaRPr lang="en-US"/>
        </a:p>
      </dgm:t>
    </dgm:pt>
    <dgm:pt modelId="{18A08557-16C1-4021-8473-8FC485D1396C}" type="sibTrans" cxnId="{D500A734-8168-4055-85AE-BA96D7653362}">
      <dgm:prSet/>
      <dgm:spPr/>
      <dgm:t>
        <a:bodyPr/>
        <a:lstStyle/>
        <a:p>
          <a:endParaRPr lang="en-US"/>
        </a:p>
      </dgm:t>
    </dgm:pt>
    <dgm:pt modelId="{609E6C88-0BD7-4DB4-AC8A-6C234DDEB5D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i="0" baseline="0"/>
            <a:t>Early Intervention:</a:t>
          </a:r>
          <a:r>
            <a:rPr lang="en-US" b="0" i="0" baseline="0"/>
            <a:t> These findings can help educators identify struggling students early and provide targeted support.</a:t>
          </a:r>
          <a:endParaRPr lang="en-US"/>
        </a:p>
      </dgm:t>
    </dgm:pt>
    <dgm:pt modelId="{9AC8D92D-9570-4A7B-A073-887B5B44DDF3}" type="parTrans" cxnId="{B59C97F6-3BAF-4EB7-A686-B4C641C8127E}">
      <dgm:prSet/>
      <dgm:spPr/>
      <dgm:t>
        <a:bodyPr/>
        <a:lstStyle/>
        <a:p>
          <a:endParaRPr lang="en-US"/>
        </a:p>
      </dgm:t>
    </dgm:pt>
    <dgm:pt modelId="{F59D4D05-43E6-4117-B12A-1919B36F4D3E}" type="sibTrans" cxnId="{B59C97F6-3BAF-4EB7-A686-B4C641C8127E}">
      <dgm:prSet/>
      <dgm:spPr/>
      <dgm:t>
        <a:bodyPr/>
        <a:lstStyle/>
        <a:p>
          <a:endParaRPr lang="en-US"/>
        </a:p>
      </dgm:t>
    </dgm:pt>
    <dgm:pt modelId="{6F96A2C4-7C12-48CB-9F7C-58561111DC6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i="0" baseline="0"/>
            <a:t>System Improvement:</a:t>
          </a:r>
          <a:r>
            <a:rPr lang="en-US" b="0" i="0" baseline="0"/>
            <a:t> Ultimately, this approach supports making better, data-driven decisions to enhance the educational environment.</a:t>
          </a:r>
          <a:endParaRPr lang="en-US"/>
        </a:p>
      </dgm:t>
    </dgm:pt>
    <dgm:pt modelId="{5F157669-1BC7-4D47-9A94-25A73AF5A517}" type="parTrans" cxnId="{D11F9F27-2EF8-4732-827D-F4FE34BE5E8E}">
      <dgm:prSet/>
      <dgm:spPr/>
      <dgm:t>
        <a:bodyPr/>
        <a:lstStyle/>
        <a:p>
          <a:endParaRPr lang="en-US"/>
        </a:p>
      </dgm:t>
    </dgm:pt>
    <dgm:pt modelId="{8A64A60F-FF95-4A4D-AB95-FAA9FF9ED23F}" type="sibTrans" cxnId="{D11F9F27-2EF8-4732-827D-F4FE34BE5E8E}">
      <dgm:prSet/>
      <dgm:spPr/>
      <dgm:t>
        <a:bodyPr/>
        <a:lstStyle/>
        <a:p>
          <a:endParaRPr lang="en-US"/>
        </a:p>
      </dgm:t>
    </dgm:pt>
    <dgm:pt modelId="{EB836CD5-4957-4FC1-A24D-B9CDD07ED532}" type="pres">
      <dgm:prSet presAssocID="{6C8B5E32-ED6D-4BC9-85C5-BF1D6829A779}" presName="root" presStyleCnt="0">
        <dgm:presLayoutVars>
          <dgm:dir/>
          <dgm:resizeHandles val="exact"/>
        </dgm:presLayoutVars>
      </dgm:prSet>
      <dgm:spPr/>
    </dgm:pt>
    <dgm:pt modelId="{CDBE1B01-14C0-44D1-B9CD-E68108F54D85}" type="pres">
      <dgm:prSet presAssocID="{FECD5C21-5E1D-4ABC-A581-3511785F51F1}" presName="compNode" presStyleCnt="0"/>
      <dgm:spPr/>
    </dgm:pt>
    <dgm:pt modelId="{E67D3CCE-F574-4EA0-A06F-8AB735B67065}" type="pres">
      <dgm:prSet presAssocID="{FECD5C21-5E1D-4ABC-A581-3511785F51F1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2F7CAFD1-A4DB-4614-B733-0BEB047931CA}" type="pres">
      <dgm:prSet presAssocID="{FECD5C21-5E1D-4ABC-A581-3511785F51F1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rson with Idea"/>
        </a:ext>
      </dgm:extLst>
    </dgm:pt>
    <dgm:pt modelId="{BDD3DEA3-4949-409F-AE89-A327643D050F}" type="pres">
      <dgm:prSet presAssocID="{FECD5C21-5E1D-4ABC-A581-3511785F51F1}" presName="spaceRect" presStyleCnt="0"/>
      <dgm:spPr/>
    </dgm:pt>
    <dgm:pt modelId="{786B2948-E122-4A85-89EB-F9BD3FE92365}" type="pres">
      <dgm:prSet presAssocID="{FECD5C21-5E1D-4ABC-A581-3511785F51F1}" presName="textRect" presStyleLbl="revTx" presStyleIdx="0" presStyleCnt="4">
        <dgm:presLayoutVars>
          <dgm:chMax val="1"/>
          <dgm:chPref val="1"/>
        </dgm:presLayoutVars>
      </dgm:prSet>
      <dgm:spPr/>
    </dgm:pt>
    <dgm:pt modelId="{00D7AF72-6697-49B0-8CD2-40B33A6DF9FB}" type="pres">
      <dgm:prSet presAssocID="{CEA00DD1-A04C-4D81-975D-AF22EB463B08}" presName="sibTrans" presStyleCnt="0"/>
      <dgm:spPr/>
    </dgm:pt>
    <dgm:pt modelId="{C3E8387E-502D-4D5F-84C4-35F07847C99E}" type="pres">
      <dgm:prSet presAssocID="{B5F779B7-BB2C-4CCE-BAE6-8504FCA415EE}" presName="compNode" presStyleCnt="0"/>
      <dgm:spPr/>
    </dgm:pt>
    <dgm:pt modelId="{2DB1E584-83C4-4C5F-B949-F2AD973408B2}" type="pres">
      <dgm:prSet presAssocID="{B5F779B7-BB2C-4CCE-BAE6-8504FCA415EE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B9853772-FC0F-41E9-AD1B-9FCDB41AD9A9}" type="pres">
      <dgm:prSet presAssocID="{B5F779B7-BB2C-4CCE-BAE6-8504FCA415EE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CC70BC06-92F4-4A42-9EE5-A2C514BFE409}" type="pres">
      <dgm:prSet presAssocID="{B5F779B7-BB2C-4CCE-BAE6-8504FCA415EE}" presName="spaceRect" presStyleCnt="0"/>
      <dgm:spPr/>
    </dgm:pt>
    <dgm:pt modelId="{31661B5A-5329-4AC0-8662-1F84D7D3D37B}" type="pres">
      <dgm:prSet presAssocID="{B5F779B7-BB2C-4CCE-BAE6-8504FCA415EE}" presName="textRect" presStyleLbl="revTx" presStyleIdx="1" presStyleCnt="4">
        <dgm:presLayoutVars>
          <dgm:chMax val="1"/>
          <dgm:chPref val="1"/>
        </dgm:presLayoutVars>
      </dgm:prSet>
      <dgm:spPr/>
    </dgm:pt>
    <dgm:pt modelId="{7C2E6196-74A5-4497-A766-71F5E14E5025}" type="pres">
      <dgm:prSet presAssocID="{18A08557-16C1-4021-8473-8FC485D1396C}" presName="sibTrans" presStyleCnt="0"/>
      <dgm:spPr/>
    </dgm:pt>
    <dgm:pt modelId="{67CED300-1867-41E2-BD84-FE340B07E8F6}" type="pres">
      <dgm:prSet presAssocID="{609E6C88-0BD7-4DB4-AC8A-6C234DDEB5D0}" presName="compNode" presStyleCnt="0"/>
      <dgm:spPr/>
    </dgm:pt>
    <dgm:pt modelId="{4102D3E8-302B-4482-AC3B-DD54E230630C}" type="pres">
      <dgm:prSet presAssocID="{609E6C88-0BD7-4DB4-AC8A-6C234DDEB5D0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920227D7-6C6D-4858-9A48-71EF5E84A63F}" type="pres">
      <dgm:prSet presAssocID="{609E6C88-0BD7-4DB4-AC8A-6C234DDEB5D0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hoolhouse"/>
        </a:ext>
      </dgm:extLst>
    </dgm:pt>
    <dgm:pt modelId="{EC419709-B9F5-4844-A76D-FBB92449A364}" type="pres">
      <dgm:prSet presAssocID="{609E6C88-0BD7-4DB4-AC8A-6C234DDEB5D0}" presName="spaceRect" presStyleCnt="0"/>
      <dgm:spPr/>
    </dgm:pt>
    <dgm:pt modelId="{DC364703-3A45-4371-9EF3-1AEF1E8E41EA}" type="pres">
      <dgm:prSet presAssocID="{609E6C88-0BD7-4DB4-AC8A-6C234DDEB5D0}" presName="textRect" presStyleLbl="revTx" presStyleIdx="2" presStyleCnt="4">
        <dgm:presLayoutVars>
          <dgm:chMax val="1"/>
          <dgm:chPref val="1"/>
        </dgm:presLayoutVars>
      </dgm:prSet>
      <dgm:spPr/>
    </dgm:pt>
    <dgm:pt modelId="{B30EFE9F-839E-4F8B-BACD-7DA9D0DF4021}" type="pres">
      <dgm:prSet presAssocID="{F59D4D05-43E6-4117-B12A-1919B36F4D3E}" presName="sibTrans" presStyleCnt="0"/>
      <dgm:spPr/>
    </dgm:pt>
    <dgm:pt modelId="{8FA84602-B8B4-41D2-9E39-2F9EFC98F363}" type="pres">
      <dgm:prSet presAssocID="{6F96A2C4-7C12-48CB-9F7C-58561111DC6B}" presName="compNode" presStyleCnt="0"/>
      <dgm:spPr/>
    </dgm:pt>
    <dgm:pt modelId="{BF08BF98-D5FE-4888-9E62-7E3A7DE2410B}" type="pres">
      <dgm:prSet presAssocID="{6F96A2C4-7C12-48CB-9F7C-58561111DC6B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B794320F-9FA3-45C0-854A-D03F6E7C61CF}" type="pres">
      <dgm:prSet presAssocID="{6F96A2C4-7C12-48CB-9F7C-58561111DC6B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A6CA5FE2-161D-42B5-B7FC-B07FF4DEC061}" type="pres">
      <dgm:prSet presAssocID="{6F96A2C4-7C12-48CB-9F7C-58561111DC6B}" presName="spaceRect" presStyleCnt="0"/>
      <dgm:spPr/>
    </dgm:pt>
    <dgm:pt modelId="{7B655012-B196-4E95-9029-A87A9629AF4C}" type="pres">
      <dgm:prSet presAssocID="{6F96A2C4-7C12-48CB-9F7C-58561111DC6B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D0CBCF02-EC0A-463A-8FA4-7F5DCC169679}" type="presOf" srcId="{6F96A2C4-7C12-48CB-9F7C-58561111DC6B}" destId="{7B655012-B196-4E95-9029-A87A9629AF4C}" srcOrd="0" destOrd="0" presId="urn:microsoft.com/office/officeart/2018/5/layout/IconLeafLabelList"/>
    <dgm:cxn modelId="{D11F9F27-2EF8-4732-827D-F4FE34BE5E8E}" srcId="{6C8B5E32-ED6D-4BC9-85C5-BF1D6829A779}" destId="{6F96A2C4-7C12-48CB-9F7C-58561111DC6B}" srcOrd="3" destOrd="0" parTransId="{5F157669-1BC7-4D47-9A94-25A73AF5A517}" sibTransId="{8A64A60F-FF95-4A4D-AB95-FAA9FF9ED23F}"/>
    <dgm:cxn modelId="{D500A734-8168-4055-85AE-BA96D7653362}" srcId="{6C8B5E32-ED6D-4BC9-85C5-BF1D6829A779}" destId="{B5F779B7-BB2C-4CCE-BAE6-8504FCA415EE}" srcOrd="1" destOrd="0" parTransId="{E20CCA42-92D2-4122-BBB3-C7F122AC2043}" sibTransId="{18A08557-16C1-4021-8473-8FC485D1396C}"/>
    <dgm:cxn modelId="{47A90838-F855-4893-B68B-539E02D10AD0}" type="presOf" srcId="{B5F779B7-BB2C-4CCE-BAE6-8504FCA415EE}" destId="{31661B5A-5329-4AC0-8662-1F84D7D3D37B}" srcOrd="0" destOrd="0" presId="urn:microsoft.com/office/officeart/2018/5/layout/IconLeafLabelList"/>
    <dgm:cxn modelId="{5B343496-9398-4DDB-8797-45AF050C0FE0}" type="presOf" srcId="{609E6C88-0BD7-4DB4-AC8A-6C234DDEB5D0}" destId="{DC364703-3A45-4371-9EF3-1AEF1E8E41EA}" srcOrd="0" destOrd="0" presId="urn:microsoft.com/office/officeart/2018/5/layout/IconLeafLabelList"/>
    <dgm:cxn modelId="{32EE6EC3-7EAF-4087-8246-C43346CBF62B}" type="presOf" srcId="{FECD5C21-5E1D-4ABC-A581-3511785F51F1}" destId="{786B2948-E122-4A85-89EB-F9BD3FE92365}" srcOrd="0" destOrd="0" presId="urn:microsoft.com/office/officeart/2018/5/layout/IconLeafLabelList"/>
    <dgm:cxn modelId="{717BA9DD-7896-45A7-8542-D305F761EDEF}" srcId="{6C8B5E32-ED6D-4BC9-85C5-BF1D6829A779}" destId="{FECD5C21-5E1D-4ABC-A581-3511785F51F1}" srcOrd="0" destOrd="0" parTransId="{DCAF8E33-177D-40BE-B87D-E46B2970CFC4}" sibTransId="{CEA00DD1-A04C-4D81-975D-AF22EB463B08}"/>
    <dgm:cxn modelId="{4FF3C7E7-3F6B-4001-87BD-34E9B3FDAF44}" type="presOf" srcId="{6C8B5E32-ED6D-4BC9-85C5-BF1D6829A779}" destId="{EB836CD5-4957-4FC1-A24D-B9CDD07ED532}" srcOrd="0" destOrd="0" presId="urn:microsoft.com/office/officeart/2018/5/layout/IconLeafLabelList"/>
    <dgm:cxn modelId="{B59C97F6-3BAF-4EB7-A686-B4C641C8127E}" srcId="{6C8B5E32-ED6D-4BC9-85C5-BF1D6829A779}" destId="{609E6C88-0BD7-4DB4-AC8A-6C234DDEB5D0}" srcOrd="2" destOrd="0" parTransId="{9AC8D92D-9570-4A7B-A073-887B5B44DDF3}" sibTransId="{F59D4D05-43E6-4117-B12A-1919B36F4D3E}"/>
    <dgm:cxn modelId="{AB534507-B199-4F00-9167-2AF4B7C5FB99}" type="presParOf" srcId="{EB836CD5-4957-4FC1-A24D-B9CDD07ED532}" destId="{CDBE1B01-14C0-44D1-B9CD-E68108F54D85}" srcOrd="0" destOrd="0" presId="urn:microsoft.com/office/officeart/2018/5/layout/IconLeafLabelList"/>
    <dgm:cxn modelId="{12CA8D9A-23F8-44DD-9968-9D52CACB1C83}" type="presParOf" srcId="{CDBE1B01-14C0-44D1-B9CD-E68108F54D85}" destId="{E67D3CCE-F574-4EA0-A06F-8AB735B67065}" srcOrd="0" destOrd="0" presId="urn:microsoft.com/office/officeart/2018/5/layout/IconLeafLabelList"/>
    <dgm:cxn modelId="{711A4050-A230-45B8-89B7-FAD6E3F6B6B4}" type="presParOf" srcId="{CDBE1B01-14C0-44D1-B9CD-E68108F54D85}" destId="{2F7CAFD1-A4DB-4614-B733-0BEB047931CA}" srcOrd="1" destOrd="0" presId="urn:microsoft.com/office/officeart/2018/5/layout/IconLeafLabelList"/>
    <dgm:cxn modelId="{3A5F687D-DDDD-4795-8118-B047454174F6}" type="presParOf" srcId="{CDBE1B01-14C0-44D1-B9CD-E68108F54D85}" destId="{BDD3DEA3-4949-409F-AE89-A327643D050F}" srcOrd="2" destOrd="0" presId="urn:microsoft.com/office/officeart/2018/5/layout/IconLeafLabelList"/>
    <dgm:cxn modelId="{28AFD2F2-F23A-4F11-A78E-454EA88491A5}" type="presParOf" srcId="{CDBE1B01-14C0-44D1-B9CD-E68108F54D85}" destId="{786B2948-E122-4A85-89EB-F9BD3FE92365}" srcOrd="3" destOrd="0" presId="urn:microsoft.com/office/officeart/2018/5/layout/IconLeafLabelList"/>
    <dgm:cxn modelId="{5FEE785C-1F1A-4562-9B1A-D75B5EF0CC08}" type="presParOf" srcId="{EB836CD5-4957-4FC1-A24D-B9CDD07ED532}" destId="{00D7AF72-6697-49B0-8CD2-40B33A6DF9FB}" srcOrd="1" destOrd="0" presId="urn:microsoft.com/office/officeart/2018/5/layout/IconLeafLabelList"/>
    <dgm:cxn modelId="{726F4A7B-BE3D-44F3-BCED-0DD5561F34E4}" type="presParOf" srcId="{EB836CD5-4957-4FC1-A24D-B9CDD07ED532}" destId="{C3E8387E-502D-4D5F-84C4-35F07847C99E}" srcOrd="2" destOrd="0" presId="urn:microsoft.com/office/officeart/2018/5/layout/IconLeafLabelList"/>
    <dgm:cxn modelId="{60300D9B-1CEC-4FDE-AEA6-073965B0A0FE}" type="presParOf" srcId="{C3E8387E-502D-4D5F-84C4-35F07847C99E}" destId="{2DB1E584-83C4-4C5F-B949-F2AD973408B2}" srcOrd="0" destOrd="0" presId="urn:microsoft.com/office/officeart/2018/5/layout/IconLeafLabelList"/>
    <dgm:cxn modelId="{1A3AA2C0-2DFF-4BD6-B7E7-0C84DB95D8F3}" type="presParOf" srcId="{C3E8387E-502D-4D5F-84C4-35F07847C99E}" destId="{B9853772-FC0F-41E9-AD1B-9FCDB41AD9A9}" srcOrd="1" destOrd="0" presId="urn:microsoft.com/office/officeart/2018/5/layout/IconLeafLabelList"/>
    <dgm:cxn modelId="{104475DB-E9D6-4165-8FEB-7204A85840D1}" type="presParOf" srcId="{C3E8387E-502D-4D5F-84C4-35F07847C99E}" destId="{CC70BC06-92F4-4A42-9EE5-A2C514BFE409}" srcOrd="2" destOrd="0" presId="urn:microsoft.com/office/officeart/2018/5/layout/IconLeafLabelList"/>
    <dgm:cxn modelId="{87E1ADD2-C26B-478F-BBA6-F3BACB54E451}" type="presParOf" srcId="{C3E8387E-502D-4D5F-84C4-35F07847C99E}" destId="{31661B5A-5329-4AC0-8662-1F84D7D3D37B}" srcOrd="3" destOrd="0" presId="urn:microsoft.com/office/officeart/2018/5/layout/IconLeafLabelList"/>
    <dgm:cxn modelId="{2A7DB1EB-41EC-4FDC-8EE0-EF6315858AB4}" type="presParOf" srcId="{EB836CD5-4957-4FC1-A24D-B9CDD07ED532}" destId="{7C2E6196-74A5-4497-A766-71F5E14E5025}" srcOrd="3" destOrd="0" presId="urn:microsoft.com/office/officeart/2018/5/layout/IconLeafLabelList"/>
    <dgm:cxn modelId="{E56F5F5B-8BE0-467A-9B2D-C01DD906A4FE}" type="presParOf" srcId="{EB836CD5-4957-4FC1-A24D-B9CDD07ED532}" destId="{67CED300-1867-41E2-BD84-FE340B07E8F6}" srcOrd="4" destOrd="0" presId="urn:microsoft.com/office/officeart/2018/5/layout/IconLeafLabelList"/>
    <dgm:cxn modelId="{34E53D7D-246F-4079-B084-34BC7F8A7AAD}" type="presParOf" srcId="{67CED300-1867-41E2-BD84-FE340B07E8F6}" destId="{4102D3E8-302B-4482-AC3B-DD54E230630C}" srcOrd="0" destOrd="0" presId="urn:microsoft.com/office/officeart/2018/5/layout/IconLeafLabelList"/>
    <dgm:cxn modelId="{0D9AF352-CD38-43F3-BF68-4D3707997CFF}" type="presParOf" srcId="{67CED300-1867-41E2-BD84-FE340B07E8F6}" destId="{920227D7-6C6D-4858-9A48-71EF5E84A63F}" srcOrd="1" destOrd="0" presId="urn:microsoft.com/office/officeart/2018/5/layout/IconLeafLabelList"/>
    <dgm:cxn modelId="{98406A22-8799-43F7-B4B5-3B6F2F4C2124}" type="presParOf" srcId="{67CED300-1867-41E2-BD84-FE340B07E8F6}" destId="{EC419709-B9F5-4844-A76D-FBB92449A364}" srcOrd="2" destOrd="0" presId="urn:microsoft.com/office/officeart/2018/5/layout/IconLeafLabelList"/>
    <dgm:cxn modelId="{01142C2D-A4F7-43E4-B835-EE9443CFA1B8}" type="presParOf" srcId="{67CED300-1867-41E2-BD84-FE340B07E8F6}" destId="{DC364703-3A45-4371-9EF3-1AEF1E8E41EA}" srcOrd="3" destOrd="0" presId="urn:microsoft.com/office/officeart/2018/5/layout/IconLeafLabelList"/>
    <dgm:cxn modelId="{B5BD88EF-D251-4C98-8DFB-FFA8FBE26999}" type="presParOf" srcId="{EB836CD5-4957-4FC1-A24D-B9CDD07ED532}" destId="{B30EFE9F-839E-4F8B-BACD-7DA9D0DF4021}" srcOrd="5" destOrd="0" presId="urn:microsoft.com/office/officeart/2018/5/layout/IconLeafLabelList"/>
    <dgm:cxn modelId="{6F4CFA42-6D37-4AB8-9676-EA209234F0AB}" type="presParOf" srcId="{EB836CD5-4957-4FC1-A24D-B9CDD07ED532}" destId="{8FA84602-B8B4-41D2-9E39-2F9EFC98F363}" srcOrd="6" destOrd="0" presId="urn:microsoft.com/office/officeart/2018/5/layout/IconLeafLabelList"/>
    <dgm:cxn modelId="{6455B67B-33BB-4849-A48F-E3BF68583DAA}" type="presParOf" srcId="{8FA84602-B8B4-41D2-9E39-2F9EFC98F363}" destId="{BF08BF98-D5FE-4888-9E62-7E3A7DE2410B}" srcOrd="0" destOrd="0" presId="urn:microsoft.com/office/officeart/2018/5/layout/IconLeafLabelList"/>
    <dgm:cxn modelId="{12DE46DA-9C64-4D40-B93A-2EB082AA543F}" type="presParOf" srcId="{8FA84602-B8B4-41D2-9E39-2F9EFC98F363}" destId="{B794320F-9FA3-45C0-854A-D03F6E7C61CF}" srcOrd="1" destOrd="0" presId="urn:microsoft.com/office/officeart/2018/5/layout/IconLeafLabelList"/>
    <dgm:cxn modelId="{FCB80510-8B0C-416B-858F-64D3F2985104}" type="presParOf" srcId="{8FA84602-B8B4-41D2-9E39-2F9EFC98F363}" destId="{A6CA5FE2-161D-42B5-B7FC-B07FF4DEC061}" srcOrd="2" destOrd="0" presId="urn:microsoft.com/office/officeart/2018/5/layout/IconLeafLabelList"/>
    <dgm:cxn modelId="{65A0D524-3786-44B2-B583-90593D20352A}" type="presParOf" srcId="{8FA84602-B8B4-41D2-9E39-2F9EFC98F363}" destId="{7B655012-B196-4E95-9029-A87A9629AF4C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FEF372-37B3-4A6D-873E-B1480315F4EF}">
      <dsp:nvSpPr>
        <dsp:cNvPr id="0" name=""/>
        <dsp:cNvSpPr/>
      </dsp:nvSpPr>
      <dsp:spPr>
        <a:xfrm>
          <a:off x="205" y="592420"/>
          <a:ext cx="2479997" cy="297599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4969" tIns="0" rIns="244969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Understanding Potential:</a:t>
          </a:r>
          <a:r>
            <a:rPr lang="en-US" sz="1400" b="0" i="0" kern="1200" baseline="0" dirty="0"/>
            <a:t> Analyzing how students perform is important for identifying weak areas, learning gaps, and overall potential.</a:t>
          </a:r>
          <a:endParaRPr lang="en-US" sz="1400" kern="1200" dirty="0"/>
        </a:p>
      </dsp:txBody>
      <dsp:txXfrm>
        <a:off x="205" y="1782818"/>
        <a:ext cx="2479997" cy="1785598"/>
      </dsp:txXfrm>
    </dsp:sp>
    <dsp:sp modelId="{C5972F74-4C6A-4078-98DC-270983B722BD}">
      <dsp:nvSpPr>
        <dsp:cNvPr id="0" name=""/>
        <dsp:cNvSpPr/>
      </dsp:nvSpPr>
      <dsp:spPr>
        <a:xfrm>
          <a:off x="205" y="592420"/>
          <a:ext cx="2479997" cy="119039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4969" tIns="165100" rIns="244969" bIns="165100" numCol="1" spcCol="1270" anchor="ctr" anchorCtr="0">
          <a:noAutofit/>
        </a:bodyPr>
        <a:lstStyle/>
        <a:p>
          <a:pPr marL="0" lvl="0" indent="0" algn="l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/>
            <a:t>01</a:t>
          </a:r>
        </a:p>
      </dsp:txBody>
      <dsp:txXfrm>
        <a:off x="205" y="592420"/>
        <a:ext cx="2479997" cy="1190398"/>
      </dsp:txXfrm>
    </dsp:sp>
    <dsp:sp modelId="{5854E385-DE11-4B20-9218-42D94B04AD81}">
      <dsp:nvSpPr>
        <dsp:cNvPr id="0" name=""/>
        <dsp:cNvSpPr/>
      </dsp:nvSpPr>
      <dsp:spPr>
        <a:xfrm>
          <a:off x="2678602" y="592420"/>
          <a:ext cx="2479997" cy="2975996"/>
        </a:xfrm>
        <a:prstGeom prst="rect">
          <a:avLst/>
        </a:prstGeom>
        <a:solidFill>
          <a:schemeClr val="accent5">
            <a:hueOff val="-4050717"/>
            <a:satOff val="-275"/>
            <a:lumOff val="654"/>
            <a:alphaOff val="0"/>
          </a:schemeClr>
        </a:solidFill>
        <a:ln w="19050" cap="flat" cmpd="sng" algn="ctr">
          <a:solidFill>
            <a:schemeClr val="accent5">
              <a:hueOff val="-4050717"/>
              <a:satOff val="-275"/>
              <a:lumOff val="65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4969" tIns="0" rIns="244969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Core Objective:</a:t>
          </a:r>
          <a:r>
            <a:rPr lang="en-US" sz="1400" b="0" i="0" kern="1200" baseline="0" dirty="0"/>
            <a:t> This project utilizes machine learning techniques to study past student data and predict future performance.</a:t>
          </a:r>
          <a:endParaRPr lang="en-US" sz="1400" kern="1200" dirty="0"/>
        </a:p>
      </dsp:txBody>
      <dsp:txXfrm>
        <a:off x="2678602" y="1782818"/>
        <a:ext cx="2479997" cy="1785598"/>
      </dsp:txXfrm>
    </dsp:sp>
    <dsp:sp modelId="{D1298806-2974-409B-B228-F7253C2E6D1E}">
      <dsp:nvSpPr>
        <dsp:cNvPr id="0" name=""/>
        <dsp:cNvSpPr/>
      </dsp:nvSpPr>
      <dsp:spPr>
        <a:xfrm>
          <a:off x="2678602" y="592420"/>
          <a:ext cx="2479997" cy="119039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4969" tIns="165100" rIns="244969" bIns="165100" numCol="1" spcCol="1270" anchor="ctr" anchorCtr="0">
          <a:noAutofit/>
        </a:bodyPr>
        <a:lstStyle/>
        <a:p>
          <a:pPr marL="0" lvl="0" indent="0" algn="l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/>
            <a:t>02</a:t>
          </a:r>
        </a:p>
      </dsp:txBody>
      <dsp:txXfrm>
        <a:off x="2678602" y="592420"/>
        <a:ext cx="2479997" cy="1190398"/>
      </dsp:txXfrm>
    </dsp:sp>
    <dsp:sp modelId="{E67F0C89-DDEA-401F-AB73-D4D63A130F79}">
      <dsp:nvSpPr>
        <dsp:cNvPr id="0" name=""/>
        <dsp:cNvSpPr/>
      </dsp:nvSpPr>
      <dsp:spPr>
        <a:xfrm>
          <a:off x="5356999" y="592420"/>
          <a:ext cx="2479997" cy="2975996"/>
        </a:xfrm>
        <a:prstGeom prst="rect">
          <a:avLst/>
        </a:prstGeom>
        <a:solidFill>
          <a:schemeClr val="accent5">
            <a:hueOff val="-8101434"/>
            <a:satOff val="-551"/>
            <a:lumOff val="1307"/>
            <a:alphaOff val="0"/>
          </a:schemeClr>
        </a:solidFill>
        <a:ln w="19050" cap="flat" cmpd="sng" algn="ctr">
          <a:solidFill>
            <a:schemeClr val="accent5">
              <a:hueOff val="-8101434"/>
              <a:satOff val="-551"/>
              <a:lumOff val="130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4969" tIns="0" rIns="244969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Two-Part Approach:</a:t>
          </a:r>
          <a:r>
            <a:rPr lang="en-US" sz="1400" b="0" i="0" kern="1200" baseline="0" dirty="0"/>
            <a:t> The study applies supervised learning to predict scores and unsupervised clustering to group students based on behavior and academics.</a:t>
          </a:r>
          <a:endParaRPr lang="en-US" sz="1400" kern="1200" dirty="0"/>
        </a:p>
      </dsp:txBody>
      <dsp:txXfrm>
        <a:off x="5356999" y="1782818"/>
        <a:ext cx="2479997" cy="1785598"/>
      </dsp:txXfrm>
    </dsp:sp>
    <dsp:sp modelId="{4A07BE3D-2304-4A09-B155-813336196AB5}">
      <dsp:nvSpPr>
        <dsp:cNvPr id="0" name=""/>
        <dsp:cNvSpPr/>
      </dsp:nvSpPr>
      <dsp:spPr>
        <a:xfrm>
          <a:off x="5356999" y="592420"/>
          <a:ext cx="2479997" cy="119039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4969" tIns="165100" rIns="244969" bIns="165100" numCol="1" spcCol="1270" anchor="ctr" anchorCtr="0">
          <a:noAutofit/>
        </a:bodyPr>
        <a:lstStyle/>
        <a:p>
          <a:pPr marL="0" lvl="0" indent="0" algn="l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/>
            <a:t>03</a:t>
          </a:r>
        </a:p>
      </dsp:txBody>
      <dsp:txXfrm>
        <a:off x="5356999" y="592420"/>
        <a:ext cx="2479997" cy="1190398"/>
      </dsp:txXfrm>
    </dsp:sp>
    <dsp:sp modelId="{FC4BD5D4-32AD-4903-B285-3D6F76EE88E2}">
      <dsp:nvSpPr>
        <dsp:cNvPr id="0" name=""/>
        <dsp:cNvSpPr/>
      </dsp:nvSpPr>
      <dsp:spPr>
        <a:xfrm>
          <a:off x="8035397" y="592420"/>
          <a:ext cx="2479997" cy="2975996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4969" tIns="0" rIns="244969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/>
            <a:t>Ultimate Goal:</a:t>
          </a:r>
          <a:r>
            <a:rPr lang="en-US" sz="1400" b="0" i="0" kern="1200" baseline="0"/>
            <a:t> These insights aim to help improve the education system and support students more effectively.</a:t>
          </a:r>
          <a:endParaRPr lang="en-US" sz="1400" kern="1200"/>
        </a:p>
      </dsp:txBody>
      <dsp:txXfrm>
        <a:off x="8035397" y="1782818"/>
        <a:ext cx="2479997" cy="1785598"/>
      </dsp:txXfrm>
    </dsp:sp>
    <dsp:sp modelId="{733F2AC9-A9F4-4BAF-B0D9-2FABCD7AAA0C}">
      <dsp:nvSpPr>
        <dsp:cNvPr id="0" name=""/>
        <dsp:cNvSpPr/>
      </dsp:nvSpPr>
      <dsp:spPr>
        <a:xfrm>
          <a:off x="8035397" y="592420"/>
          <a:ext cx="2479997" cy="119039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4969" tIns="165100" rIns="244969" bIns="165100" numCol="1" spcCol="1270" anchor="ctr" anchorCtr="0">
          <a:noAutofit/>
        </a:bodyPr>
        <a:lstStyle/>
        <a:p>
          <a:pPr marL="0" lvl="0" indent="0" algn="l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/>
            <a:t>04</a:t>
          </a:r>
        </a:p>
      </dsp:txBody>
      <dsp:txXfrm>
        <a:off x="8035397" y="592420"/>
        <a:ext cx="2479997" cy="119039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9F43C8-6A5B-4984-BA12-8C16914A7707}">
      <dsp:nvSpPr>
        <dsp:cNvPr id="0" name=""/>
        <dsp:cNvSpPr/>
      </dsp:nvSpPr>
      <dsp:spPr>
        <a:xfrm>
          <a:off x="0" y="0"/>
          <a:ext cx="841248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 dirty="0"/>
            <a:t>Data Source:</a:t>
          </a:r>
          <a:r>
            <a:rPr lang="en-US" sz="1800" b="0" i="0" kern="1200" baseline="0" dirty="0"/>
            <a:t> The dataset focuses on students from two Portuguese high schools, separated into Mathematics and Portuguese courses.</a:t>
          </a:r>
          <a:endParaRPr lang="en-US" sz="1800" kern="1200" dirty="0"/>
        </a:p>
      </dsp:txBody>
      <dsp:txXfrm>
        <a:off x="28038" y="28038"/>
        <a:ext cx="7298593" cy="901218"/>
      </dsp:txXfrm>
    </dsp:sp>
    <dsp:sp modelId="{E0199FCA-587B-48CF-A6B8-5F4197A42B4F}">
      <dsp:nvSpPr>
        <dsp:cNvPr id="0" name=""/>
        <dsp:cNvSpPr/>
      </dsp:nvSpPr>
      <dsp:spPr>
        <a:xfrm>
          <a:off x="704545" y="1131347"/>
          <a:ext cx="8412480" cy="95729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 dirty="0"/>
            <a:t>Features:</a:t>
          </a:r>
          <a:r>
            <a:rPr lang="en-US" sz="1800" b="0" i="0" kern="1200" baseline="0" dirty="0"/>
            <a:t> It includes school reports and questionnaires detailing academic records, demographics, and social background attributes.</a:t>
          </a:r>
          <a:endParaRPr lang="en-US" sz="1800" kern="1200" dirty="0"/>
        </a:p>
      </dsp:txBody>
      <dsp:txXfrm>
        <a:off x="732583" y="1159385"/>
        <a:ext cx="7029617" cy="901218"/>
      </dsp:txXfrm>
    </dsp:sp>
    <dsp:sp modelId="{270AAE77-0768-45FD-9D9C-A5C0B7F71E10}">
      <dsp:nvSpPr>
        <dsp:cNvPr id="0" name=""/>
        <dsp:cNvSpPr/>
      </dsp:nvSpPr>
      <dsp:spPr>
        <a:xfrm>
          <a:off x="1398574" y="2262695"/>
          <a:ext cx="841248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Data Quality:</a:t>
          </a:r>
          <a:r>
            <a:rPr lang="en-US" sz="1800" b="0" i="0" kern="1200" baseline="0"/>
            <a:t> Initial checks confirmed there were no missing values or duplicate records in the data.</a:t>
          </a:r>
          <a:endParaRPr lang="en-US" sz="1800" kern="1200"/>
        </a:p>
      </dsp:txBody>
      <dsp:txXfrm>
        <a:off x="1426612" y="2290733"/>
        <a:ext cx="7040133" cy="901218"/>
      </dsp:txXfrm>
    </dsp:sp>
    <dsp:sp modelId="{5CB5F507-A03E-4CB1-81EF-CA1052A80F9F}">
      <dsp:nvSpPr>
        <dsp:cNvPr id="0" name=""/>
        <dsp:cNvSpPr/>
      </dsp:nvSpPr>
      <dsp:spPr>
        <a:xfrm>
          <a:off x="2103119" y="3394043"/>
          <a:ext cx="8412480" cy="95729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baseline="0"/>
            <a:t>Preparation:</a:t>
          </a:r>
          <a:r>
            <a:rPr lang="en-US" sz="1800" b="0" i="0" kern="1200" baseline="0"/>
            <a:t> Categorical variables were standardized and converted into numerical formats using pandas' get_dummies function for further analysis.</a:t>
          </a:r>
          <a:endParaRPr lang="en-US" sz="1800" kern="1200"/>
        </a:p>
      </dsp:txBody>
      <dsp:txXfrm>
        <a:off x="2131157" y="3422081"/>
        <a:ext cx="7029617" cy="901218"/>
      </dsp:txXfrm>
    </dsp:sp>
    <dsp:sp modelId="{C3B6DDEF-11FC-469A-BD67-E2A820C64A93}">
      <dsp:nvSpPr>
        <dsp:cNvPr id="0" name=""/>
        <dsp:cNvSpPr/>
      </dsp:nvSpPr>
      <dsp:spPr>
        <a:xfrm>
          <a:off x="779023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01</a:t>
          </a:r>
        </a:p>
      </dsp:txBody>
      <dsp:txXfrm>
        <a:off x="7930242" y="733200"/>
        <a:ext cx="342233" cy="468236"/>
      </dsp:txXfrm>
    </dsp:sp>
    <dsp:sp modelId="{D1BB2B84-6910-43B6-A510-D8C8A0F93DF5}">
      <dsp:nvSpPr>
        <dsp:cNvPr id="0" name=""/>
        <dsp:cNvSpPr/>
      </dsp:nvSpPr>
      <dsp:spPr>
        <a:xfrm>
          <a:off x="8494783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02</a:t>
          </a:r>
        </a:p>
      </dsp:txBody>
      <dsp:txXfrm>
        <a:off x="8634787" y="1864548"/>
        <a:ext cx="342233" cy="468236"/>
      </dsp:txXfrm>
    </dsp:sp>
    <dsp:sp modelId="{2E38155B-9F98-4042-8C14-C5B4305A78F9}">
      <dsp:nvSpPr>
        <dsp:cNvPr id="0" name=""/>
        <dsp:cNvSpPr/>
      </dsp:nvSpPr>
      <dsp:spPr>
        <a:xfrm>
          <a:off x="9188813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03</a:t>
          </a:r>
        </a:p>
      </dsp:txBody>
      <dsp:txXfrm>
        <a:off x="9328817" y="2995896"/>
        <a:ext cx="342233" cy="4682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9161D2-7463-43A8-A906-9015830992EC}">
      <dsp:nvSpPr>
        <dsp:cNvPr id="0" name=""/>
        <dsp:cNvSpPr/>
      </dsp:nvSpPr>
      <dsp:spPr>
        <a:xfrm>
          <a:off x="0" y="2284"/>
          <a:ext cx="5861090" cy="115759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1E4E9E-9D37-4922-9410-BE09CE439A9E}">
      <dsp:nvSpPr>
        <dsp:cNvPr id="0" name=""/>
        <dsp:cNvSpPr/>
      </dsp:nvSpPr>
      <dsp:spPr>
        <a:xfrm>
          <a:off x="350172" y="262743"/>
          <a:ext cx="636677" cy="6366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2A5CEE-872B-481E-98F1-A1477FA08DCE}">
      <dsp:nvSpPr>
        <dsp:cNvPr id="0" name=""/>
        <dsp:cNvSpPr/>
      </dsp:nvSpPr>
      <dsp:spPr>
        <a:xfrm>
          <a:off x="1337023" y="2284"/>
          <a:ext cx="4524066" cy="11575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512" tIns="122512" rIns="122512" bIns="122512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/>
            <a:t>Clustering Technique:</a:t>
          </a:r>
          <a:r>
            <a:rPr lang="en-US" sz="1400" b="0" i="0" kern="1200" baseline="0"/>
            <a:t> K-Prototypes was used because standard algorithms cannot handle the dataset's mixed categorical and continuous variables.</a:t>
          </a:r>
          <a:endParaRPr lang="en-US" sz="1400" kern="1200"/>
        </a:p>
      </dsp:txBody>
      <dsp:txXfrm>
        <a:off x="1337023" y="2284"/>
        <a:ext cx="4524066" cy="1157596"/>
      </dsp:txXfrm>
    </dsp:sp>
    <dsp:sp modelId="{3AB577AC-5881-4320-B1B9-7CD0CA7472F8}">
      <dsp:nvSpPr>
        <dsp:cNvPr id="0" name=""/>
        <dsp:cNvSpPr/>
      </dsp:nvSpPr>
      <dsp:spPr>
        <a:xfrm>
          <a:off x="0" y="1449279"/>
          <a:ext cx="5861090" cy="115759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043E48-A4B9-48C2-9219-4E312C9910A1}">
      <dsp:nvSpPr>
        <dsp:cNvPr id="0" name=""/>
        <dsp:cNvSpPr/>
      </dsp:nvSpPr>
      <dsp:spPr>
        <a:xfrm>
          <a:off x="350172" y="1709738"/>
          <a:ext cx="636677" cy="6366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790519-D628-4018-87D4-4BB94510A129}">
      <dsp:nvSpPr>
        <dsp:cNvPr id="0" name=""/>
        <dsp:cNvSpPr/>
      </dsp:nvSpPr>
      <dsp:spPr>
        <a:xfrm>
          <a:off x="1337023" y="1449279"/>
          <a:ext cx="4524066" cy="11575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512" tIns="122512" rIns="122512" bIns="122512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/>
            <a:t>Optimal Clusters:</a:t>
          </a:r>
          <a:r>
            <a:rPr lang="en-US" sz="1400" b="0" i="0" kern="1200" baseline="0"/>
            <a:t> The Elbow Method identified 3 as the most mathematically efficient number of clusters for this dataset.</a:t>
          </a:r>
          <a:endParaRPr lang="en-US" sz="1400" kern="1200"/>
        </a:p>
      </dsp:txBody>
      <dsp:txXfrm>
        <a:off x="1337023" y="1449279"/>
        <a:ext cx="4524066" cy="1157596"/>
      </dsp:txXfrm>
    </dsp:sp>
    <dsp:sp modelId="{12ACDF20-C5D2-4F18-806B-E50D74D1DC77}">
      <dsp:nvSpPr>
        <dsp:cNvPr id="0" name=""/>
        <dsp:cNvSpPr/>
      </dsp:nvSpPr>
      <dsp:spPr>
        <a:xfrm>
          <a:off x="0" y="2896274"/>
          <a:ext cx="5861090" cy="115759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789CC9-EA45-41AA-998F-89A48E27DC4A}">
      <dsp:nvSpPr>
        <dsp:cNvPr id="0" name=""/>
        <dsp:cNvSpPr/>
      </dsp:nvSpPr>
      <dsp:spPr>
        <a:xfrm>
          <a:off x="350172" y="3156733"/>
          <a:ext cx="636677" cy="6366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1FD6E7-6AAD-40D3-B4BF-78B9029D10E1}">
      <dsp:nvSpPr>
        <dsp:cNvPr id="0" name=""/>
        <dsp:cNvSpPr/>
      </dsp:nvSpPr>
      <dsp:spPr>
        <a:xfrm>
          <a:off x="1337023" y="2896274"/>
          <a:ext cx="4524066" cy="11575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512" tIns="122512" rIns="122512" bIns="122512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/>
            <a:t>Model Success:</a:t>
          </a:r>
          <a:r>
            <a:rPr lang="en-US" sz="1400" b="0" i="0" kern="1200" baseline="0"/>
            <a:t> Students were successfully grouped into three main categories, achieving a silhouette score of 0.35.</a:t>
          </a:r>
          <a:endParaRPr lang="en-US" sz="1400" kern="1200"/>
        </a:p>
      </dsp:txBody>
      <dsp:txXfrm>
        <a:off x="1337023" y="2896274"/>
        <a:ext cx="4524066" cy="1157596"/>
      </dsp:txXfrm>
    </dsp:sp>
    <dsp:sp modelId="{B1537A1B-0E7F-408A-BB55-670C5401ECE5}">
      <dsp:nvSpPr>
        <dsp:cNvPr id="0" name=""/>
        <dsp:cNvSpPr/>
      </dsp:nvSpPr>
      <dsp:spPr>
        <a:xfrm>
          <a:off x="0" y="4343269"/>
          <a:ext cx="5861090" cy="115759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B7D5FE-6A6B-4C48-BE2A-FC916A866A16}">
      <dsp:nvSpPr>
        <dsp:cNvPr id="0" name=""/>
        <dsp:cNvSpPr/>
      </dsp:nvSpPr>
      <dsp:spPr>
        <a:xfrm>
          <a:off x="350172" y="4603728"/>
          <a:ext cx="636677" cy="6366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4028F4-2622-43E6-9672-D5F2F0EF8D59}">
      <dsp:nvSpPr>
        <dsp:cNvPr id="0" name=""/>
        <dsp:cNvSpPr/>
      </dsp:nvSpPr>
      <dsp:spPr>
        <a:xfrm>
          <a:off x="1337023" y="4343269"/>
          <a:ext cx="4524066" cy="11575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512" tIns="122512" rIns="122512" bIns="122512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/>
            <a:t>Group Interpretations:</a:t>
          </a:r>
          <a:r>
            <a:rPr lang="en-US" sz="1400" b="0" i="0" kern="1200" baseline="0"/>
            <a:t> Based on mean scores, the clusters represent low-performing students, moderately performing students, and high-performing students.</a:t>
          </a:r>
          <a:endParaRPr lang="en-US" sz="1400" kern="1200"/>
        </a:p>
      </dsp:txBody>
      <dsp:txXfrm>
        <a:off x="1337023" y="4343269"/>
        <a:ext cx="4524066" cy="115759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7D3CCE-F574-4EA0-A06F-8AB735B67065}">
      <dsp:nvSpPr>
        <dsp:cNvPr id="0" name=""/>
        <dsp:cNvSpPr/>
      </dsp:nvSpPr>
      <dsp:spPr>
        <a:xfrm>
          <a:off x="973190" y="834475"/>
          <a:ext cx="1264141" cy="1264141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7CAFD1-A4DB-4614-B733-0BEB047931CA}">
      <dsp:nvSpPr>
        <dsp:cNvPr id="0" name=""/>
        <dsp:cNvSpPr/>
      </dsp:nvSpPr>
      <dsp:spPr>
        <a:xfrm>
          <a:off x="1242597" y="1103882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6B2948-E122-4A85-89EB-F9BD3FE92365}">
      <dsp:nvSpPr>
        <dsp:cNvPr id="0" name=""/>
        <dsp:cNvSpPr/>
      </dsp:nvSpPr>
      <dsp:spPr>
        <a:xfrm>
          <a:off x="569079" y="2492365"/>
          <a:ext cx="2072362" cy="10244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i="0" kern="1200" baseline="0"/>
            <a:t>Combined Value:</a:t>
          </a:r>
          <a:r>
            <a:rPr lang="en-US" sz="1100" b="0" i="0" kern="1200" baseline="0"/>
            <a:t> Utilizing both prediction and clustering gives a much deeper insight into student performance and behavior.</a:t>
          </a:r>
          <a:endParaRPr lang="en-US" sz="1100" kern="1200"/>
        </a:p>
      </dsp:txBody>
      <dsp:txXfrm>
        <a:off x="569079" y="2492365"/>
        <a:ext cx="2072362" cy="1024497"/>
      </dsp:txXfrm>
    </dsp:sp>
    <dsp:sp modelId="{2DB1E584-83C4-4C5F-B949-F2AD973408B2}">
      <dsp:nvSpPr>
        <dsp:cNvPr id="0" name=""/>
        <dsp:cNvSpPr/>
      </dsp:nvSpPr>
      <dsp:spPr>
        <a:xfrm>
          <a:off x="3408216" y="834475"/>
          <a:ext cx="1264141" cy="1264141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853772-FC0F-41E9-AD1B-9FCDB41AD9A9}">
      <dsp:nvSpPr>
        <dsp:cNvPr id="0" name=""/>
        <dsp:cNvSpPr/>
      </dsp:nvSpPr>
      <dsp:spPr>
        <a:xfrm>
          <a:off x="3677623" y="1103882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661B5A-5329-4AC0-8662-1F84D7D3D37B}">
      <dsp:nvSpPr>
        <dsp:cNvPr id="0" name=""/>
        <dsp:cNvSpPr/>
      </dsp:nvSpPr>
      <dsp:spPr>
        <a:xfrm>
          <a:off x="3004105" y="2492365"/>
          <a:ext cx="2072362" cy="10244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i="0" kern="1200" baseline="0"/>
            <a:t>Critical Indicators:</a:t>
          </a:r>
          <a:r>
            <a:rPr lang="en-US" sz="1100" b="0" i="0" kern="1200" baseline="0"/>
            <a:t> Previous academic results (especially G2) and attendance records have a significant impact on final performance.</a:t>
          </a:r>
          <a:endParaRPr lang="en-US" sz="1100" kern="1200"/>
        </a:p>
      </dsp:txBody>
      <dsp:txXfrm>
        <a:off x="3004105" y="2492365"/>
        <a:ext cx="2072362" cy="1024497"/>
      </dsp:txXfrm>
    </dsp:sp>
    <dsp:sp modelId="{4102D3E8-302B-4482-AC3B-DD54E230630C}">
      <dsp:nvSpPr>
        <dsp:cNvPr id="0" name=""/>
        <dsp:cNvSpPr/>
      </dsp:nvSpPr>
      <dsp:spPr>
        <a:xfrm>
          <a:off x="5843242" y="834475"/>
          <a:ext cx="1264141" cy="1264141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0227D7-6C6D-4858-9A48-71EF5E84A63F}">
      <dsp:nvSpPr>
        <dsp:cNvPr id="0" name=""/>
        <dsp:cNvSpPr/>
      </dsp:nvSpPr>
      <dsp:spPr>
        <a:xfrm>
          <a:off x="6112649" y="1103882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364703-3A45-4371-9EF3-1AEF1E8E41EA}">
      <dsp:nvSpPr>
        <dsp:cNvPr id="0" name=""/>
        <dsp:cNvSpPr/>
      </dsp:nvSpPr>
      <dsp:spPr>
        <a:xfrm>
          <a:off x="5439131" y="2492365"/>
          <a:ext cx="2072362" cy="10244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i="0" kern="1200" baseline="0"/>
            <a:t>Early Intervention:</a:t>
          </a:r>
          <a:r>
            <a:rPr lang="en-US" sz="1100" b="0" i="0" kern="1200" baseline="0"/>
            <a:t> These findings can help educators identify struggling students early and provide targeted support.</a:t>
          </a:r>
          <a:endParaRPr lang="en-US" sz="1100" kern="1200"/>
        </a:p>
      </dsp:txBody>
      <dsp:txXfrm>
        <a:off x="5439131" y="2492365"/>
        <a:ext cx="2072362" cy="1024497"/>
      </dsp:txXfrm>
    </dsp:sp>
    <dsp:sp modelId="{BF08BF98-D5FE-4888-9E62-7E3A7DE2410B}">
      <dsp:nvSpPr>
        <dsp:cNvPr id="0" name=""/>
        <dsp:cNvSpPr/>
      </dsp:nvSpPr>
      <dsp:spPr>
        <a:xfrm>
          <a:off x="8278268" y="834475"/>
          <a:ext cx="1264141" cy="1264141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94320F-9FA3-45C0-854A-D03F6E7C61CF}">
      <dsp:nvSpPr>
        <dsp:cNvPr id="0" name=""/>
        <dsp:cNvSpPr/>
      </dsp:nvSpPr>
      <dsp:spPr>
        <a:xfrm>
          <a:off x="8547675" y="1103882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655012-B196-4E95-9029-A87A9629AF4C}">
      <dsp:nvSpPr>
        <dsp:cNvPr id="0" name=""/>
        <dsp:cNvSpPr/>
      </dsp:nvSpPr>
      <dsp:spPr>
        <a:xfrm>
          <a:off x="7874157" y="2492365"/>
          <a:ext cx="2072362" cy="10244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i="0" kern="1200" baseline="0"/>
            <a:t>System Improvement:</a:t>
          </a:r>
          <a:r>
            <a:rPr lang="en-US" sz="1100" b="0" i="0" kern="1200" baseline="0"/>
            <a:t> Ultimately, this approach supports making better, data-driven decisions to enhance the educational environment.</a:t>
          </a:r>
          <a:endParaRPr lang="en-US" sz="1100" kern="1200"/>
        </a:p>
      </dsp:txBody>
      <dsp:txXfrm>
        <a:off x="7874157" y="2492365"/>
        <a:ext cx="2072362" cy="10244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EC1E5-8044-C8DB-3196-E0B48068F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B53B60-31A6-7654-3453-4BC4EC797A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59949-A7E2-835E-6E3D-9A7C97A98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33FBCF-5CFF-F6EF-5B0B-925363CBF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A689E-F365-D48C-C74E-8FC5CC65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727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4239-8D62-C049-00AA-063E5944A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880BD-8BF6-7673-1A27-A9A146315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23BAF-9B64-A361-D14B-7AAD5BDDF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ADA2B-9BCF-E4D7-DE33-085F008BA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C85-966B-675C-FDE6-FEB73F1F0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799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1A39-28D3-6CC4-3C87-A9FFA09E1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1A1F71-3795-B709-5CDD-790699D46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3ED54-4382-56D0-3954-13A1CB491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391387-9905-3F73-B207-480534D13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460E0B-EC4A-B58F-CBF5-A8AE7C5A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01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E3BD8-DAB8-A8E8-7436-52BAB20A5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D6309-59DF-510A-C50C-891E3725D9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1757DC-D929-2F8C-6076-0D42C7479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542BC3-1EDE-95AF-E4E3-3A880E1E8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B4A6AB-F3E9-913C-C501-5306C4F28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C0BB44-FF53-C4A9-9A16-83E1AF3FA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38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69912-179E-99F1-2F71-6E81EDC28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6A1190-98F4-0F7C-DF65-28DED6AC28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688B4C-8AA6-EEDC-B7C0-85BD37EAAC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6ECED-E0C0-78ED-E806-E7151A3158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E6252D-17E4-C96B-F407-51E97D91D6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599EE4-51F4-8C3D-BB46-260ABB038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194FDF-43D7-5360-E9CC-E26BB44F2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E92C1C-D663-7E2E-DE9A-C2510637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9621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D2624-6C6C-F289-8F07-03BC820A3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8B90B-BD26-A36D-7D2D-C2D34275E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AADFFF-FF9F-0B58-7D84-815DCDC5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CF8B8-750F-5232-8E50-2A077E7E1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279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C956AE-ECAE-7095-AF3F-3E0D30CA3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95727F-B1DC-FCF2-B63A-93F8685B4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2B9AC-6082-6B45-0B1A-94F1B7A8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64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42A9F-5C42-8557-8596-51133BF73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E188E-92D5-C82A-8223-FD8BAADC9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AFD859-A8DF-C8A6-B257-2B9E1B01AE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C80DFC-7E8A-6FB5-16BC-7EAEB183F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4643A6-0FC8-D107-7A5E-F14A1A88B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903870-EE21-7540-6954-FB0BDA64D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16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C2583-E08E-954F-B14F-4DC549968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A85279-4F51-E9CB-048E-F6B59F770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BEFA3-DC9F-561B-73A0-BA70E21B37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2F1634-1BEE-17A1-1F92-BD4704D2B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E851BD-980C-5F5B-22E1-CED2386D1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912B0-4E7B-7E01-E643-0853A2214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703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3B9D0-63EF-7DFB-0E2C-126FD1D58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64563-8B59-06EF-0712-9D03E695BC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81E5E-6596-7F13-B33A-312E79AB6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51C4C-108C-3C12-2E3C-C9CAE6807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929ECC-E333-D812-8DBA-82ABFAE60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370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5594A9-8BF0-726C-0894-BEF3881416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FFFBC6-10E0-D496-C4FC-CB135D8699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37E4D-A1A6-E3FB-6107-1FF294EAB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D2FD3A-6A8F-2E61-4AEB-1E519F13A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B10C5-96D4-4A9F-834C-D0EA9A7E7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327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65845F-715D-321B-72C4-4F93C196F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F4FC-80B6-91E1-7950-1D2B7C156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44FFC-93DB-D853-E7AF-6104C9E32D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87DF20-807D-4252-89F8-45B8355BC57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E2BA4-5E15-307A-D8AE-1533795BA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8ACF7-DDC2-32F9-7214-51C75CDE9D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10A4CD-506F-4A38-A55B-A3C574ECFE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99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FEC7823C-FDD6-429C-986C-063FDEBF9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CF7FE1C-8BC5-4B0C-A2BC-93AB72C90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8100" y="-1"/>
            <a:ext cx="10423900" cy="5920155"/>
          </a:xfrm>
          <a:custGeom>
            <a:avLst/>
            <a:gdLst>
              <a:gd name="connsiteX0" fmla="*/ 10423900 w 10423900"/>
              <a:gd name="connsiteY0" fmla="*/ 0 h 5491534"/>
              <a:gd name="connsiteX1" fmla="*/ 3493157 w 10423900"/>
              <a:gd name="connsiteY1" fmla="*/ 0 h 5491534"/>
              <a:gd name="connsiteX2" fmla="*/ 3493018 w 10423900"/>
              <a:gd name="connsiteY2" fmla="*/ 31 h 5491534"/>
              <a:gd name="connsiteX3" fmla="*/ 3245493 w 10423900"/>
              <a:gd name="connsiteY3" fmla="*/ 104839 h 5491534"/>
              <a:gd name="connsiteX4" fmla="*/ 4434802 w 10423900"/>
              <a:gd name="connsiteY4" fmla="*/ 284558 h 5491534"/>
              <a:gd name="connsiteX5" fmla="*/ 4011937 w 10423900"/>
              <a:gd name="connsiteY5" fmla="*/ 395559 h 5491534"/>
              <a:gd name="connsiteX6" fmla="*/ 3573213 w 10423900"/>
              <a:gd name="connsiteY6" fmla="*/ 474847 h 5491534"/>
              <a:gd name="connsiteX7" fmla="*/ 3097489 w 10423900"/>
              <a:gd name="connsiteY7" fmla="*/ 532990 h 5491534"/>
              <a:gd name="connsiteX8" fmla="*/ 2664052 w 10423900"/>
              <a:gd name="connsiteY8" fmla="*/ 649279 h 5491534"/>
              <a:gd name="connsiteX9" fmla="*/ 3795218 w 10423900"/>
              <a:gd name="connsiteY9" fmla="*/ 696852 h 5491534"/>
              <a:gd name="connsiteX10" fmla="*/ 3208492 w 10423900"/>
              <a:gd name="connsiteY10" fmla="*/ 802568 h 5491534"/>
              <a:gd name="connsiteX11" fmla="*/ 2727483 w 10423900"/>
              <a:gd name="connsiteY11" fmla="*/ 939999 h 5491534"/>
              <a:gd name="connsiteX12" fmla="*/ 2389190 w 10423900"/>
              <a:gd name="connsiteY12" fmla="*/ 1003429 h 5491534"/>
              <a:gd name="connsiteX13" fmla="*/ 2029754 w 10423900"/>
              <a:gd name="connsiteY13" fmla="*/ 1019287 h 5491534"/>
              <a:gd name="connsiteX14" fmla="*/ 1945181 w 10423900"/>
              <a:gd name="connsiteY14" fmla="*/ 1119716 h 5491534"/>
              <a:gd name="connsiteX15" fmla="*/ 2056184 w 10423900"/>
              <a:gd name="connsiteY15" fmla="*/ 1225434 h 5491534"/>
              <a:gd name="connsiteX16" fmla="*/ 2225329 w 10423900"/>
              <a:gd name="connsiteY16" fmla="*/ 1236004 h 5491534"/>
              <a:gd name="connsiteX17" fmla="*/ 3234920 w 10423900"/>
              <a:gd name="connsiteY17" fmla="*/ 1262435 h 5491534"/>
              <a:gd name="connsiteX18" fmla="*/ 0 w 10423900"/>
              <a:gd name="connsiteY18" fmla="*/ 1495009 h 5491534"/>
              <a:gd name="connsiteX19" fmla="*/ 438724 w 10423900"/>
              <a:gd name="connsiteY19" fmla="*/ 1637728 h 5491534"/>
              <a:gd name="connsiteX20" fmla="*/ 586726 w 10423900"/>
              <a:gd name="connsiteY20" fmla="*/ 2028877 h 5491534"/>
              <a:gd name="connsiteX21" fmla="*/ 1125878 w 10423900"/>
              <a:gd name="connsiteY21" fmla="*/ 2250882 h 5491534"/>
              <a:gd name="connsiteX22" fmla="*/ 1474744 w 10423900"/>
              <a:gd name="connsiteY22" fmla="*/ 2330169 h 5491534"/>
              <a:gd name="connsiteX23" fmla="*/ 2272901 w 10423900"/>
              <a:gd name="connsiteY23" fmla="*/ 2446458 h 5491534"/>
              <a:gd name="connsiteX24" fmla="*/ 2389190 w 10423900"/>
              <a:gd name="connsiteY24" fmla="*/ 2636747 h 5491534"/>
              <a:gd name="connsiteX25" fmla="*/ 2489621 w 10423900"/>
              <a:gd name="connsiteY25" fmla="*/ 2848179 h 5491534"/>
              <a:gd name="connsiteX26" fmla="*/ 2701053 w 10423900"/>
              <a:gd name="connsiteY26" fmla="*/ 2985611 h 5491534"/>
              <a:gd name="connsiteX27" fmla="*/ 1057165 w 10423900"/>
              <a:gd name="connsiteY27" fmla="*/ 2964468 h 5491534"/>
              <a:gd name="connsiteX28" fmla="*/ 2912485 w 10423900"/>
              <a:gd name="connsiteY28" fmla="*/ 3408477 h 5491534"/>
              <a:gd name="connsiteX29" fmla="*/ 2748626 w 10423900"/>
              <a:gd name="connsiteY29" fmla="*/ 3582909 h 5491534"/>
              <a:gd name="connsiteX30" fmla="*/ 3763503 w 10423900"/>
              <a:gd name="connsiteY30" fmla="*/ 3820771 h 5491534"/>
              <a:gd name="connsiteX31" fmla="*/ 3219063 w 10423900"/>
              <a:gd name="connsiteY31" fmla="*/ 3847199 h 5491534"/>
              <a:gd name="connsiteX32" fmla="*/ 6385269 w 10423900"/>
              <a:gd name="connsiteY32" fmla="*/ 4840933 h 5491534"/>
              <a:gd name="connsiteX33" fmla="*/ 10285854 w 10423900"/>
              <a:gd name="connsiteY33" fmla="*/ 5471118 h 5491534"/>
              <a:gd name="connsiteX34" fmla="*/ 10423900 w 10423900"/>
              <a:gd name="connsiteY34" fmla="*/ 5491534 h 5491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3900" h="5491534">
                <a:moveTo>
                  <a:pt x="10423900" y="0"/>
                </a:moveTo>
                <a:lnTo>
                  <a:pt x="3493157" y="0"/>
                </a:lnTo>
                <a:lnTo>
                  <a:pt x="3493018" y="31"/>
                </a:lnTo>
                <a:cubicBezTo>
                  <a:pt x="3414969" y="12668"/>
                  <a:pt x="3328744" y="21588"/>
                  <a:pt x="3245493" y="104839"/>
                </a:cubicBezTo>
                <a:cubicBezTo>
                  <a:pt x="3668357" y="162984"/>
                  <a:pt x="4075366" y="51981"/>
                  <a:pt x="4434802" y="284558"/>
                </a:cubicBezTo>
                <a:cubicBezTo>
                  <a:pt x="4302656" y="400846"/>
                  <a:pt x="4154654" y="374416"/>
                  <a:pt x="4011937" y="395559"/>
                </a:cubicBezTo>
                <a:cubicBezTo>
                  <a:pt x="3863934" y="416704"/>
                  <a:pt x="3721217" y="453704"/>
                  <a:pt x="3573213" y="474847"/>
                </a:cubicBezTo>
                <a:cubicBezTo>
                  <a:pt x="3414639" y="501275"/>
                  <a:pt x="3256063" y="506562"/>
                  <a:pt x="3097489" y="532990"/>
                </a:cubicBezTo>
                <a:cubicBezTo>
                  <a:pt x="2965345" y="554135"/>
                  <a:pt x="2822627" y="517133"/>
                  <a:pt x="2664052" y="649279"/>
                </a:cubicBezTo>
                <a:cubicBezTo>
                  <a:pt x="3055203" y="744424"/>
                  <a:pt x="3409352" y="601706"/>
                  <a:pt x="3795218" y="696852"/>
                </a:cubicBezTo>
                <a:cubicBezTo>
                  <a:pt x="3567928" y="781425"/>
                  <a:pt x="3382924" y="754995"/>
                  <a:pt x="3208492" y="802568"/>
                </a:cubicBezTo>
                <a:cubicBezTo>
                  <a:pt x="3049916" y="850140"/>
                  <a:pt x="2859627" y="797282"/>
                  <a:pt x="2727483" y="939999"/>
                </a:cubicBezTo>
                <a:cubicBezTo>
                  <a:pt x="2627052" y="1051000"/>
                  <a:pt x="2521336" y="1066858"/>
                  <a:pt x="2389190" y="1003429"/>
                </a:cubicBezTo>
                <a:cubicBezTo>
                  <a:pt x="2272901" y="945284"/>
                  <a:pt x="2146043" y="961142"/>
                  <a:pt x="2029754" y="1019287"/>
                </a:cubicBezTo>
                <a:cubicBezTo>
                  <a:pt x="1987468" y="1040430"/>
                  <a:pt x="1945181" y="1066858"/>
                  <a:pt x="1945181" y="1119716"/>
                </a:cubicBezTo>
                <a:cubicBezTo>
                  <a:pt x="1945181" y="1193719"/>
                  <a:pt x="1998039" y="1214862"/>
                  <a:pt x="2056184" y="1225434"/>
                </a:cubicBezTo>
                <a:cubicBezTo>
                  <a:pt x="2109042" y="1236004"/>
                  <a:pt x="2172471" y="1246577"/>
                  <a:pt x="2225329" y="1236004"/>
                </a:cubicBezTo>
                <a:cubicBezTo>
                  <a:pt x="2563622" y="1177861"/>
                  <a:pt x="2896629" y="1273005"/>
                  <a:pt x="3234920" y="1262435"/>
                </a:cubicBezTo>
                <a:cubicBezTo>
                  <a:pt x="2172471" y="1489724"/>
                  <a:pt x="1099450" y="1415723"/>
                  <a:pt x="0" y="1495009"/>
                </a:cubicBezTo>
                <a:cubicBezTo>
                  <a:pt x="142717" y="1653583"/>
                  <a:pt x="327721" y="1521439"/>
                  <a:pt x="438724" y="1637728"/>
                </a:cubicBezTo>
                <a:cubicBezTo>
                  <a:pt x="333006" y="1880875"/>
                  <a:pt x="375293" y="2013020"/>
                  <a:pt x="586726" y="2028877"/>
                </a:cubicBezTo>
                <a:cubicBezTo>
                  <a:pt x="792873" y="2044734"/>
                  <a:pt x="1014877" y="1960161"/>
                  <a:pt x="1125878" y="2250882"/>
                </a:cubicBezTo>
                <a:cubicBezTo>
                  <a:pt x="1157593" y="2340740"/>
                  <a:pt x="1353170" y="2314312"/>
                  <a:pt x="1474744" y="2330169"/>
                </a:cubicBezTo>
                <a:cubicBezTo>
                  <a:pt x="1739034" y="2367170"/>
                  <a:pt x="2019183" y="2330169"/>
                  <a:pt x="2272901" y="2446458"/>
                </a:cubicBezTo>
                <a:cubicBezTo>
                  <a:pt x="2373332" y="2488744"/>
                  <a:pt x="2442048" y="2520459"/>
                  <a:pt x="2389190" y="2636747"/>
                </a:cubicBezTo>
                <a:cubicBezTo>
                  <a:pt x="2336332" y="2758321"/>
                  <a:pt x="2405048" y="2800607"/>
                  <a:pt x="2489621" y="2848179"/>
                </a:cubicBezTo>
                <a:cubicBezTo>
                  <a:pt x="2553051" y="2885180"/>
                  <a:pt x="2648195" y="2874609"/>
                  <a:pt x="2701053" y="2985611"/>
                </a:cubicBezTo>
                <a:cubicBezTo>
                  <a:pt x="2146043" y="2969753"/>
                  <a:pt x="1606888" y="2879895"/>
                  <a:pt x="1057165" y="2964468"/>
                </a:cubicBezTo>
                <a:cubicBezTo>
                  <a:pt x="1659748" y="3175900"/>
                  <a:pt x="2320474" y="3165328"/>
                  <a:pt x="2912485" y="3408477"/>
                </a:cubicBezTo>
                <a:cubicBezTo>
                  <a:pt x="2891342" y="3493050"/>
                  <a:pt x="2753911" y="3456048"/>
                  <a:pt x="2748626" y="3582909"/>
                </a:cubicBezTo>
                <a:cubicBezTo>
                  <a:pt x="3060489" y="3715055"/>
                  <a:pt x="3435782" y="3625195"/>
                  <a:pt x="3763503" y="3820771"/>
                </a:cubicBezTo>
                <a:cubicBezTo>
                  <a:pt x="3573213" y="3910629"/>
                  <a:pt x="3398782" y="3762626"/>
                  <a:pt x="3219063" y="3847199"/>
                </a:cubicBezTo>
                <a:cubicBezTo>
                  <a:pt x="3277208" y="3974060"/>
                  <a:pt x="5909545" y="4756360"/>
                  <a:pt x="6385269" y="4840933"/>
                </a:cubicBezTo>
                <a:cubicBezTo>
                  <a:pt x="7171204" y="4982659"/>
                  <a:pt x="9157515" y="5302348"/>
                  <a:pt x="10285854" y="5471118"/>
                </a:cubicBezTo>
                <a:lnTo>
                  <a:pt x="10423900" y="5491534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B0651F5E-0457-4065-ACB2-8B81590C2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050098" flipH="1" flipV="1">
            <a:off x="-160709" y="3977842"/>
            <a:ext cx="7507400" cy="3166385"/>
          </a:xfrm>
          <a:custGeom>
            <a:avLst/>
            <a:gdLst>
              <a:gd name="connsiteX0" fmla="*/ 5497485 w 7507400"/>
              <a:gd name="connsiteY0" fmla="*/ 2912009 h 3166385"/>
              <a:gd name="connsiteX1" fmla="*/ 7034681 w 7507400"/>
              <a:gd name="connsiteY1" fmla="*/ 3151263 h 3166385"/>
              <a:gd name="connsiteX2" fmla="*/ 7137723 w 7507400"/>
              <a:gd name="connsiteY2" fmla="*/ 3166385 h 3166385"/>
              <a:gd name="connsiteX3" fmla="*/ 7507400 w 7507400"/>
              <a:gd name="connsiteY3" fmla="*/ 875071 h 3166385"/>
              <a:gd name="connsiteX4" fmla="*/ 2083578 w 7507400"/>
              <a:gd name="connsiteY4" fmla="*/ 0 h 3166385"/>
              <a:gd name="connsiteX5" fmla="*/ 2023081 w 7507400"/>
              <a:gd name="connsiteY5" fmla="*/ 5468 h 3166385"/>
              <a:gd name="connsiteX6" fmla="*/ 1865374 w 7507400"/>
              <a:gd name="connsiteY6" fmla="*/ 76313 h 3166385"/>
              <a:gd name="connsiteX7" fmla="*/ 1634010 w 7507400"/>
              <a:gd name="connsiteY7" fmla="*/ 119359 h 3166385"/>
              <a:gd name="connsiteX8" fmla="*/ 1388186 w 7507400"/>
              <a:gd name="connsiteY8" fmla="*/ 130121 h 3166385"/>
              <a:gd name="connsiteX9" fmla="*/ 1330344 w 7507400"/>
              <a:gd name="connsiteY9" fmla="*/ 198275 h 3166385"/>
              <a:gd name="connsiteX10" fmla="*/ 1406262 w 7507400"/>
              <a:gd name="connsiteY10" fmla="*/ 270018 h 3166385"/>
              <a:gd name="connsiteX11" fmla="*/ 1521942 w 7507400"/>
              <a:gd name="connsiteY11" fmla="*/ 277191 h 3166385"/>
              <a:gd name="connsiteX12" fmla="*/ 2212420 w 7507400"/>
              <a:gd name="connsiteY12" fmla="*/ 295128 h 3166385"/>
              <a:gd name="connsiteX13" fmla="*/ 0 w 7507400"/>
              <a:gd name="connsiteY13" fmla="*/ 452960 h 3166385"/>
              <a:gd name="connsiteX14" fmla="*/ 300051 w 7507400"/>
              <a:gd name="connsiteY14" fmla="*/ 549813 h 3166385"/>
              <a:gd name="connsiteX15" fmla="*/ 401272 w 7507400"/>
              <a:gd name="connsiteY15" fmla="*/ 815258 h 3166385"/>
              <a:gd name="connsiteX16" fmla="*/ 770008 w 7507400"/>
              <a:gd name="connsiteY16" fmla="*/ 965917 h 3166385"/>
              <a:gd name="connsiteX17" fmla="*/ 1008605 w 7507400"/>
              <a:gd name="connsiteY17" fmla="*/ 1019724 h 3166385"/>
              <a:gd name="connsiteX18" fmla="*/ 1554478 w 7507400"/>
              <a:gd name="connsiteY18" fmla="*/ 1098641 h 3166385"/>
              <a:gd name="connsiteX19" fmla="*/ 1634010 w 7507400"/>
              <a:gd name="connsiteY19" fmla="*/ 1227777 h 3166385"/>
              <a:gd name="connsiteX20" fmla="*/ 1702696 w 7507400"/>
              <a:gd name="connsiteY20" fmla="*/ 1371261 h 3166385"/>
              <a:gd name="connsiteX21" fmla="*/ 1847299 w 7507400"/>
              <a:gd name="connsiteY21" fmla="*/ 1464526 h 3166385"/>
              <a:gd name="connsiteX22" fmla="*/ 723015 w 7507400"/>
              <a:gd name="connsiteY22" fmla="*/ 1450177 h 3166385"/>
              <a:gd name="connsiteX23" fmla="*/ 1991901 w 7507400"/>
              <a:gd name="connsiteY23" fmla="*/ 1751495 h 3166385"/>
              <a:gd name="connsiteX24" fmla="*/ 1879835 w 7507400"/>
              <a:gd name="connsiteY24" fmla="*/ 1869870 h 3166385"/>
              <a:gd name="connsiteX25" fmla="*/ 2573927 w 7507400"/>
              <a:gd name="connsiteY25" fmla="*/ 2031290 h 3166385"/>
              <a:gd name="connsiteX26" fmla="*/ 2201575 w 7507400"/>
              <a:gd name="connsiteY26" fmla="*/ 2049225 h 3166385"/>
              <a:gd name="connsiteX27" fmla="*/ 4367000 w 7507400"/>
              <a:gd name="connsiteY27" fmla="*/ 2723602 h 3166385"/>
              <a:gd name="connsiteX28" fmla="*/ 5497485 w 7507400"/>
              <a:gd name="connsiteY28" fmla="*/ 2912009 h 316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507400" h="3166385">
                <a:moveTo>
                  <a:pt x="5497485" y="2912009"/>
                </a:moveTo>
                <a:cubicBezTo>
                  <a:pt x="6033497" y="2998226"/>
                  <a:pt x="6619155" y="3089592"/>
                  <a:pt x="7034681" y="3151263"/>
                </a:cubicBezTo>
                <a:lnTo>
                  <a:pt x="7137723" y="3166385"/>
                </a:lnTo>
                <a:lnTo>
                  <a:pt x="7507400" y="875071"/>
                </a:lnTo>
                <a:lnTo>
                  <a:pt x="2083578" y="0"/>
                </a:lnTo>
                <a:lnTo>
                  <a:pt x="2023081" y="5468"/>
                </a:lnTo>
                <a:cubicBezTo>
                  <a:pt x="1965692" y="12642"/>
                  <a:pt x="1910562" y="27887"/>
                  <a:pt x="1865374" y="76313"/>
                </a:cubicBezTo>
                <a:cubicBezTo>
                  <a:pt x="1796688" y="151642"/>
                  <a:pt x="1724387" y="162404"/>
                  <a:pt x="1634010" y="119359"/>
                </a:cubicBezTo>
                <a:cubicBezTo>
                  <a:pt x="1554478" y="79900"/>
                  <a:pt x="1467718" y="90662"/>
                  <a:pt x="1388186" y="130121"/>
                </a:cubicBezTo>
                <a:cubicBezTo>
                  <a:pt x="1359266" y="144469"/>
                  <a:pt x="1330344" y="162404"/>
                  <a:pt x="1330344" y="198275"/>
                </a:cubicBezTo>
                <a:cubicBezTo>
                  <a:pt x="1330344" y="248495"/>
                  <a:pt x="1366496" y="262843"/>
                  <a:pt x="1406262" y="270018"/>
                </a:cubicBezTo>
                <a:cubicBezTo>
                  <a:pt x="1442412" y="277191"/>
                  <a:pt x="1485792" y="284366"/>
                  <a:pt x="1521942" y="277191"/>
                </a:cubicBezTo>
                <a:cubicBezTo>
                  <a:pt x="1753307" y="237734"/>
                  <a:pt x="1981057" y="302301"/>
                  <a:pt x="2212420" y="295128"/>
                </a:cubicBezTo>
                <a:cubicBezTo>
                  <a:pt x="1485792" y="449373"/>
                  <a:pt x="751934" y="399154"/>
                  <a:pt x="0" y="452960"/>
                </a:cubicBezTo>
                <a:cubicBezTo>
                  <a:pt x="97608" y="560573"/>
                  <a:pt x="224135" y="470896"/>
                  <a:pt x="300051" y="549813"/>
                </a:cubicBezTo>
                <a:cubicBezTo>
                  <a:pt x="227750" y="714820"/>
                  <a:pt x="256671" y="804497"/>
                  <a:pt x="401272" y="815258"/>
                </a:cubicBezTo>
                <a:cubicBezTo>
                  <a:pt x="542261" y="826019"/>
                  <a:pt x="694093" y="768625"/>
                  <a:pt x="770008" y="965917"/>
                </a:cubicBezTo>
                <a:cubicBezTo>
                  <a:pt x="791699" y="1026898"/>
                  <a:pt x="925458" y="1008963"/>
                  <a:pt x="1008605" y="1019724"/>
                </a:cubicBezTo>
                <a:cubicBezTo>
                  <a:pt x="1189357" y="1044833"/>
                  <a:pt x="1380957" y="1019724"/>
                  <a:pt x="1554478" y="1098641"/>
                </a:cubicBezTo>
                <a:cubicBezTo>
                  <a:pt x="1623165" y="1127337"/>
                  <a:pt x="1670160" y="1148860"/>
                  <a:pt x="1634010" y="1227777"/>
                </a:cubicBezTo>
                <a:cubicBezTo>
                  <a:pt x="1597859" y="1310280"/>
                  <a:pt x="1644855" y="1338976"/>
                  <a:pt x="1702696" y="1371261"/>
                </a:cubicBezTo>
                <a:cubicBezTo>
                  <a:pt x="1746077" y="1396370"/>
                  <a:pt x="1811148" y="1389197"/>
                  <a:pt x="1847299" y="1464526"/>
                </a:cubicBezTo>
                <a:cubicBezTo>
                  <a:pt x="1467717" y="1453764"/>
                  <a:pt x="1098981" y="1392783"/>
                  <a:pt x="723015" y="1450177"/>
                </a:cubicBezTo>
                <a:cubicBezTo>
                  <a:pt x="1135131" y="1593662"/>
                  <a:pt x="1587014" y="1586487"/>
                  <a:pt x="1991901" y="1751495"/>
                </a:cubicBezTo>
                <a:cubicBezTo>
                  <a:pt x="1977441" y="1808889"/>
                  <a:pt x="1883449" y="1783778"/>
                  <a:pt x="1879835" y="1869870"/>
                </a:cubicBezTo>
                <a:cubicBezTo>
                  <a:pt x="2093123" y="1959548"/>
                  <a:pt x="2349794" y="1898566"/>
                  <a:pt x="2573927" y="2031290"/>
                </a:cubicBezTo>
                <a:cubicBezTo>
                  <a:pt x="2443785" y="2092271"/>
                  <a:pt x="2324488" y="1991831"/>
                  <a:pt x="2201575" y="2049225"/>
                </a:cubicBezTo>
                <a:cubicBezTo>
                  <a:pt x="2241342" y="2135316"/>
                  <a:pt x="4041644" y="2666208"/>
                  <a:pt x="4367000" y="2723602"/>
                </a:cubicBezTo>
                <a:cubicBezTo>
                  <a:pt x="4615085" y="2767993"/>
                  <a:pt x="5038048" y="2838109"/>
                  <a:pt x="5497485" y="2912009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73783B-E387-9314-76B5-36CF631F11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51094" y="1058780"/>
            <a:ext cx="5653785" cy="3092116"/>
          </a:xfrm>
        </p:spPr>
        <p:txBody>
          <a:bodyPr anchor="ctr">
            <a:normAutofit/>
          </a:bodyPr>
          <a:lstStyle/>
          <a:p>
            <a:pPr algn="l"/>
            <a:r>
              <a:rPr lang="en-US" sz="5200" dirty="0"/>
              <a:t>Intelligent Student Performance Analytics 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51086EC-49ED-F4B6-6DBA-A4729AFC874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838199" y="5041616"/>
            <a:ext cx="4608007" cy="124647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Presenter: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R.M Danuka Dilshan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Index Number: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268386H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Course: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CS 5803 – Advanced Data Mining </a:t>
            </a:r>
          </a:p>
        </p:txBody>
      </p:sp>
    </p:spTree>
    <p:extLst>
      <p:ext uri="{BB962C8B-B14F-4D97-AF65-F5344CB8AC3E}">
        <p14:creationId xmlns:p14="http://schemas.microsoft.com/office/powerpoint/2010/main" val="2324738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A8886A6-5426-494B-96D8-D962D2BA08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A3ED336-C09E-46E8-9774-B977D15FC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2347"/>
            <a:ext cx="12191999" cy="6105653"/>
          </a:xfrm>
          <a:custGeom>
            <a:avLst/>
            <a:gdLst>
              <a:gd name="connsiteX0" fmla="*/ 7538181 w 12191999"/>
              <a:gd name="connsiteY0" fmla="*/ 484 h 6105653"/>
              <a:gd name="connsiteX1" fmla="*/ 7569993 w 12191999"/>
              <a:gd name="connsiteY1" fmla="*/ 5527 h 6105653"/>
              <a:gd name="connsiteX2" fmla="*/ 7587853 w 12191999"/>
              <a:gd name="connsiteY2" fmla="*/ 84028 h 6105653"/>
              <a:gd name="connsiteX3" fmla="*/ 7559278 w 12191999"/>
              <a:gd name="connsiteY3" fmla="*/ 325347 h 6105653"/>
              <a:gd name="connsiteX4" fmla="*/ 7795021 w 12191999"/>
              <a:gd name="connsiteY4" fmla="*/ 25878 h 6105653"/>
              <a:gd name="connsiteX5" fmla="*/ 7759302 w 12191999"/>
              <a:gd name="connsiteY5" fmla="*/ 249752 h 6105653"/>
              <a:gd name="connsiteX6" fmla="*/ 7852171 w 12191999"/>
              <a:gd name="connsiteY6" fmla="*/ 313717 h 6105653"/>
              <a:gd name="connsiteX7" fmla="*/ 8002190 w 12191999"/>
              <a:gd name="connsiteY7" fmla="*/ 418385 h 6105653"/>
              <a:gd name="connsiteX8" fmla="*/ 8084343 w 12191999"/>
              <a:gd name="connsiteY8" fmla="*/ 491072 h 6105653"/>
              <a:gd name="connsiteX9" fmla="*/ 8348662 w 12191999"/>
              <a:gd name="connsiteY9" fmla="*/ 520146 h 6105653"/>
              <a:gd name="connsiteX10" fmla="*/ 8637984 w 12191999"/>
              <a:gd name="connsiteY10" fmla="*/ 459090 h 6105653"/>
              <a:gd name="connsiteX11" fmla="*/ 8784431 w 12191999"/>
              <a:gd name="connsiteY11" fmla="*/ 290457 h 6105653"/>
              <a:gd name="connsiteX12" fmla="*/ 8948737 w 12191999"/>
              <a:gd name="connsiteY12" fmla="*/ 339884 h 6105653"/>
              <a:gd name="connsiteX13" fmla="*/ 8848725 w 12191999"/>
              <a:gd name="connsiteY13" fmla="*/ 697501 h 6105653"/>
              <a:gd name="connsiteX14" fmla="*/ 9238059 w 12191999"/>
              <a:gd name="connsiteY14" fmla="*/ 165437 h 6105653"/>
              <a:gd name="connsiteX15" fmla="*/ 9255919 w 12191999"/>
              <a:gd name="connsiteY15" fmla="*/ 255567 h 6105653"/>
              <a:gd name="connsiteX16" fmla="*/ 9477374 w 12191999"/>
              <a:gd name="connsiteY16" fmla="*/ 578295 h 6105653"/>
              <a:gd name="connsiteX17" fmla="*/ 9488091 w 12191999"/>
              <a:gd name="connsiteY17" fmla="*/ 595740 h 6105653"/>
              <a:gd name="connsiteX18" fmla="*/ 9627393 w 12191999"/>
              <a:gd name="connsiteY18" fmla="*/ 650981 h 6105653"/>
              <a:gd name="connsiteX19" fmla="*/ 9648824 w 12191999"/>
              <a:gd name="connsiteY19" fmla="*/ 825429 h 6105653"/>
              <a:gd name="connsiteX20" fmla="*/ 9616678 w 12191999"/>
              <a:gd name="connsiteY20" fmla="*/ 970802 h 6105653"/>
              <a:gd name="connsiteX21" fmla="*/ 9655968 w 12191999"/>
              <a:gd name="connsiteY21" fmla="*/ 1127805 h 6105653"/>
              <a:gd name="connsiteX22" fmla="*/ 9638109 w 12191999"/>
              <a:gd name="connsiteY22" fmla="*/ 1267362 h 6105653"/>
              <a:gd name="connsiteX23" fmla="*/ 9663111 w 12191999"/>
              <a:gd name="connsiteY23" fmla="*/ 1386568 h 6105653"/>
              <a:gd name="connsiteX24" fmla="*/ 9780984 w 12191999"/>
              <a:gd name="connsiteY24" fmla="*/ 1270269 h 6105653"/>
              <a:gd name="connsiteX25" fmla="*/ 9780984 w 12191999"/>
              <a:gd name="connsiteY25" fmla="*/ 1107452 h 6105653"/>
              <a:gd name="connsiteX26" fmla="*/ 9855993 w 12191999"/>
              <a:gd name="connsiteY26" fmla="*/ 991154 h 6105653"/>
              <a:gd name="connsiteX27" fmla="*/ 9991724 w 12191999"/>
              <a:gd name="connsiteY27" fmla="*/ 880670 h 6105653"/>
              <a:gd name="connsiteX28" fmla="*/ 10209609 w 12191999"/>
              <a:gd name="connsiteY28" fmla="*/ 491071 h 6105653"/>
              <a:gd name="connsiteX29" fmla="*/ 10291762 w 12191999"/>
              <a:gd name="connsiteY29" fmla="*/ 421292 h 6105653"/>
              <a:gd name="connsiteX30" fmla="*/ 9973865 w 12191999"/>
              <a:gd name="connsiteY30" fmla="*/ 1531941 h 6105653"/>
              <a:gd name="connsiteX31" fmla="*/ 10106024 w 12191999"/>
              <a:gd name="connsiteY31" fmla="*/ 1188861 h 6105653"/>
              <a:gd name="connsiteX32" fmla="*/ 10081022 w 12191999"/>
              <a:gd name="connsiteY32" fmla="*/ 1421458 h 6105653"/>
              <a:gd name="connsiteX33" fmla="*/ 10170318 w 12191999"/>
              <a:gd name="connsiteY33" fmla="*/ 1549385 h 6105653"/>
              <a:gd name="connsiteX34" fmla="*/ 10198893 w 12191999"/>
              <a:gd name="connsiteY34" fmla="*/ 1549385 h 6105653"/>
              <a:gd name="connsiteX35" fmla="*/ 10281046 w 12191999"/>
              <a:gd name="connsiteY35" fmla="*/ 1453439 h 6105653"/>
              <a:gd name="connsiteX36" fmla="*/ 10334625 w 12191999"/>
              <a:gd name="connsiteY36" fmla="*/ 1398198 h 6105653"/>
              <a:gd name="connsiteX37" fmla="*/ 10527506 w 12191999"/>
              <a:gd name="connsiteY37" fmla="*/ 1247010 h 6105653"/>
              <a:gd name="connsiteX38" fmla="*/ 10548937 w 12191999"/>
              <a:gd name="connsiteY38" fmla="*/ 1354586 h 6105653"/>
              <a:gd name="connsiteX39" fmla="*/ 10588228 w 12191999"/>
              <a:gd name="connsiteY39" fmla="*/ 1395290 h 6105653"/>
              <a:gd name="connsiteX40" fmla="*/ 10645378 w 12191999"/>
              <a:gd name="connsiteY40" fmla="*/ 1366216 h 6105653"/>
              <a:gd name="connsiteX41" fmla="*/ 10820400 w 12191999"/>
              <a:gd name="connsiteY41" fmla="*/ 1031858 h 6105653"/>
              <a:gd name="connsiteX42" fmla="*/ 10956131 w 12191999"/>
              <a:gd name="connsiteY42" fmla="*/ 1005691 h 6105653"/>
              <a:gd name="connsiteX43" fmla="*/ 10977562 w 12191999"/>
              <a:gd name="connsiteY43" fmla="*/ 1069655 h 6105653"/>
              <a:gd name="connsiteX44" fmla="*/ 10966847 w 12191999"/>
              <a:gd name="connsiteY44" fmla="*/ 1142341 h 6105653"/>
              <a:gd name="connsiteX45" fmla="*/ 11074003 w 12191999"/>
              <a:gd name="connsiteY45" fmla="*/ 1084192 h 6105653"/>
              <a:gd name="connsiteX46" fmla="*/ 11181159 w 12191999"/>
              <a:gd name="connsiteY46" fmla="*/ 848688 h 6105653"/>
              <a:gd name="connsiteX47" fmla="*/ 11238309 w 12191999"/>
              <a:gd name="connsiteY47" fmla="*/ 805077 h 6105653"/>
              <a:gd name="connsiteX48" fmla="*/ 11266884 w 12191999"/>
              <a:gd name="connsiteY48" fmla="*/ 863226 h 6105653"/>
              <a:gd name="connsiteX49" fmla="*/ 11277600 w 12191999"/>
              <a:gd name="connsiteY49" fmla="*/ 906838 h 6105653"/>
              <a:gd name="connsiteX50" fmla="*/ 11724084 w 12191999"/>
              <a:gd name="connsiteY50" fmla="*/ 5527 h 6105653"/>
              <a:gd name="connsiteX51" fmla="*/ 11727656 w 12191999"/>
              <a:gd name="connsiteY51" fmla="*/ 209048 h 6105653"/>
              <a:gd name="connsiteX52" fmla="*/ 11656218 w 12191999"/>
              <a:gd name="connsiteY52" fmla="*/ 409663 h 6105653"/>
              <a:gd name="connsiteX53" fmla="*/ 11666934 w 12191999"/>
              <a:gd name="connsiteY53" fmla="*/ 621907 h 6105653"/>
              <a:gd name="connsiteX54" fmla="*/ 11631215 w 12191999"/>
              <a:gd name="connsiteY54" fmla="*/ 822521 h 6105653"/>
              <a:gd name="connsiteX55" fmla="*/ 11631215 w 12191999"/>
              <a:gd name="connsiteY55" fmla="*/ 996969 h 6105653"/>
              <a:gd name="connsiteX56" fmla="*/ 11684793 w 12191999"/>
              <a:gd name="connsiteY56" fmla="*/ 834151 h 6105653"/>
              <a:gd name="connsiteX57" fmla="*/ 11774090 w 12191999"/>
              <a:gd name="connsiteY57" fmla="*/ 773095 h 6105653"/>
              <a:gd name="connsiteX58" fmla="*/ 11856243 w 12191999"/>
              <a:gd name="connsiteY58" fmla="*/ 793447 h 6105653"/>
              <a:gd name="connsiteX59" fmla="*/ 11831240 w 12191999"/>
              <a:gd name="connsiteY59" fmla="*/ 860319 h 6105653"/>
              <a:gd name="connsiteX60" fmla="*/ 11738371 w 12191999"/>
              <a:gd name="connsiteY60" fmla="*/ 938820 h 6105653"/>
              <a:gd name="connsiteX61" fmla="*/ 11795521 w 12191999"/>
              <a:gd name="connsiteY61" fmla="*/ 956264 h 6105653"/>
              <a:gd name="connsiteX62" fmla="*/ 11838384 w 12191999"/>
              <a:gd name="connsiteY62" fmla="*/ 1002784 h 6105653"/>
              <a:gd name="connsiteX63" fmla="*/ 11816952 w 12191999"/>
              <a:gd name="connsiteY63" fmla="*/ 1270269 h 6105653"/>
              <a:gd name="connsiteX64" fmla="*/ 11999118 w 12191999"/>
              <a:gd name="connsiteY64" fmla="*/ 1092915 h 6105653"/>
              <a:gd name="connsiteX65" fmla="*/ 12027693 w 12191999"/>
              <a:gd name="connsiteY65" fmla="*/ 979524 h 6105653"/>
              <a:gd name="connsiteX66" fmla="*/ 12102703 w 12191999"/>
              <a:gd name="connsiteY66" fmla="*/ 953357 h 6105653"/>
              <a:gd name="connsiteX67" fmla="*/ 12120562 w 12191999"/>
              <a:gd name="connsiteY67" fmla="*/ 1005691 h 6105653"/>
              <a:gd name="connsiteX68" fmla="*/ 12056268 w 12191999"/>
              <a:gd name="connsiteY68" fmla="*/ 1267362 h 6105653"/>
              <a:gd name="connsiteX69" fmla="*/ 12081272 w 12191999"/>
              <a:gd name="connsiteY69" fmla="*/ 1310974 h 6105653"/>
              <a:gd name="connsiteX70" fmla="*/ 12191999 w 12191999"/>
              <a:gd name="connsiteY70" fmla="*/ 1008598 h 6105653"/>
              <a:gd name="connsiteX71" fmla="*/ 12191999 w 12191999"/>
              <a:gd name="connsiteY71" fmla="*/ 6105653 h 6105653"/>
              <a:gd name="connsiteX72" fmla="*/ 0 w 12191999"/>
              <a:gd name="connsiteY72" fmla="*/ 6105653 h 6105653"/>
              <a:gd name="connsiteX73" fmla="*/ 0 w 12191999"/>
              <a:gd name="connsiteY73" fmla="*/ 927116 h 6105653"/>
              <a:gd name="connsiteX74" fmla="*/ 61930 w 12191999"/>
              <a:gd name="connsiteY74" fmla="*/ 902578 h 6105653"/>
              <a:gd name="connsiteX75" fmla="*/ 155971 w 12191999"/>
              <a:gd name="connsiteY75" fmla="*/ 883588 h 6105653"/>
              <a:gd name="connsiteX76" fmla="*/ 277414 w 12191999"/>
              <a:gd name="connsiteY76" fmla="*/ 802179 h 6105653"/>
              <a:gd name="connsiteX77" fmla="*/ 638174 w 12191999"/>
              <a:gd name="connsiteY77" fmla="*/ 430025 h 6105653"/>
              <a:gd name="connsiteX78" fmla="*/ 477440 w 12191999"/>
              <a:gd name="connsiteY78" fmla="*/ 784735 h 6105653"/>
              <a:gd name="connsiteX79" fmla="*/ 827483 w 12191999"/>
              <a:gd name="connsiteY79" fmla="*/ 418395 h 6105653"/>
              <a:gd name="connsiteX80" fmla="*/ 956071 w 12191999"/>
              <a:gd name="connsiteY80" fmla="*/ 241040 h 6105653"/>
              <a:gd name="connsiteX81" fmla="*/ 999268 w 12191999"/>
              <a:gd name="connsiteY81" fmla="*/ 192386 h 6105653"/>
              <a:gd name="connsiteX82" fmla="*/ 1031080 w 12191999"/>
              <a:gd name="connsiteY82" fmla="*/ 197429 h 6105653"/>
              <a:gd name="connsiteX83" fmla="*/ 1048940 w 12191999"/>
              <a:gd name="connsiteY83" fmla="*/ 275930 h 6105653"/>
              <a:gd name="connsiteX84" fmla="*/ 1020365 w 12191999"/>
              <a:gd name="connsiteY84" fmla="*/ 517249 h 6105653"/>
              <a:gd name="connsiteX85" fmla="*/ 1256108 w 12191999"/>
              <a:gd name="connsiteY85" fmla="*/ 217780 h 6105653"/>
              <a:gd name="connsiteX86" fmla="*/ 1220389 w 12191999"/>
              <a:gd name="connsiteY86" fmla="*/ 441654 h 6105653"/>
              <a:gd name="connsiteX87" fmla="*/ 1313258 w 12191999"/>
              <a:gd name="connsiteY87" fmla="*/ 505619 h 6105653"/>
              <a:gd name="connsiteX88" fmla="*/ 1463277 w 12191999"/>
              <a:gd name="connsiteY88" fmla="*/ 610287 h 6105653"/>
              <a:gd name="connsiteX89" fmla="*/ 1545430 w 12191999"/>
              <a:gd name="connsiteY89" fmla="*/ 682974 h 6105653"/>
              <a:gd name="connsiteX90" fmla="*/ 1809749 w 12191999"/>
              <a:gd name="connsiteY90" fmla="*/ 712048 h 6105653"/>
              <a:gd name="connsiteX91" fmla="*/ 2099071 w 12191999"/>
              <a:gd name="connsiteY91" fmla="*/ 650992 h 6105653"/>
              <a:gd name="connsiteX92" fmla="*/ 2245518 w 12191999"/>
              <a:gd name="connsiteY92" fmla="*/ 482359 h 6105653"/>
              <a:gd name="connsiteX93" fmla="*/ 2409824 w 12191999"/>
              <a:gd name="connsiteY93" fmla="*/ 531786 h 6105653"/>
              <a:gd name="connsiteX94" fmla="*/ 2309812 w 12191999"/>
              <a:gd name="connsiteY94" fmla="*/ 889403 h 6105653"/>
              <a:gd name="connsiteX95" fmla="*/ 2699146 w 12191999"/>
              <a:gd name="connsiteY95" fmla="*/ 357339 h 6105653"/>
              <a:gd name="connsiteX96" fmla="*/ 2717006 w 12191999"/>
              <a:gd name="connsiteY96" fmla="*/ 447469 h 6105653"/>
              <a:gd name="connsiteX97" fmla="*/ 2938461 w 12191999"/>
              <a:gd name="connsiteY97" fmla="*/ 770197 h 6105653"/>
              <a:gd name="connsiteX98" fmla="*/ 2949178 w 12191999"/>
              <a:gd name="connsiteY98" fmla="*/ 787642 h 6105653"/>
              <a:gd name="connsiteX99" fmla="*/ 3088480 w 12191999"/>
              <a:gd name="connsiteY99" fmla="*/ 842883 h 6105653"/>
              <a:gd name="connsiteX100" fmla="*/ 3109911 w 12191999"/>
              <a:gd name="connsiteY100" fmla="*/ 1017331 h 6105653"/>
              <a:gd name="connsiteX101" fmla="*/ 3077765 w 12191999"/>
              <a:gd name="connsiteY101" fmla="*/ 1162704 h 6105653"/>
              <a:gd name="connsiteX102" fmla="*/ 3117055 w 12191999"/>
              <a:gd name="connsiteY102" fmla="*/ 1319707 h 6105653"/>
              <a:gd name="connsiteX103" fmla="*/ 3099196 w 12191999"/>
              <a:gd name="connsiteY103" fmla="*/ 1459264 h 6105653"/>
              <a:gd name="connsiteX104" fmla="*/ 3124198 w 12191999"/>
              <a:gd name="connsiteY104" fmla="*/ 1578470 h 6105653"/>
              <a:gd name="connsiteX105" fmla="*/ 3242071 w 12191999"/>
              <a:gd name="connsiteY105" fmla="*/ 1462171 h 6105653"/>
              <a:gd name="connsiteX106" fmla="*/ 3242071 w 12191999"/>
              <a:gd name="connsiteY106" fmla="*/ 1299354 h 6105653"/>
              <a:gd name="connsiteX107" fmla="*/ 3317080 w 12191999"/>
              <a:gd name="connsiteY107" fmla="*/ 1183056 h 6105653"/>
              <a:gd name="connsiteX108" fmla="*/ 3452811 w 12191999"/>
              <a:gd name="connsiteY108" fmla="*/ 1072572 h 6105653"/>
              <a:gd name="connsiteX109" fmla="*/ 3670696 w 12191999"/>
              <a:gd name="connsiteY109" fmla="*/ 682973 h 6105653"/>
              <a:gd name="connsiteX110" fmla="*/ 3752849 w 12191999"/>
              <a:gd name="connsiteY110" fmla="*/ 613194 h 6105653"/>
              <a:gd name="connsiteX111" fmla="*/ 3434952 w 12191999"/>
              <a:gd name="connsiteY111" fmla="*/ 1723843 h 6105653"/>
              <a:gd name="connsiteX112" fmla="*/ 3567111 w 12191999"/>
              <a:gd name="connsiteY112" fmla="*/ 1380763 h 6105653"/>
              <a:gd name="connsiteX113" fmla="*/ 3542109 w 12191999"/>
              <a:gd name="connsiteY113" fmla="*/ 1613360 h 6105653"/>
              <a:gd name="connsiteX114" fmla="*/ 3631405 w 12191999"/>
              <a:gd name="connsiteY114" fmla="*/ 1741287 h 6105653"/>
              <a:gd name="connsiteX115" fmla="*/ 3659980 w 12191999"/>
              <a:gd name="connsiteY115" fmla="*/ 1741287 h 6105653"/>
              <a:gd name="connsiteX116" fmla="*/ 3742133 w 12191999"/>
              <a:gd name="connsiteY116" fmla="*/ 1645341 h 6105653"/>
              <a:gd name="connsiteX117" fmla="*/ 3795712 w 12191999"/>
              <a:gd name="connsiteY117" fmla="*/ 1590100 h 6105653"/>
              <a:gd name="connsiteX118" fmla="*/ 3988593 w 12191999"/>
              <a:gd name="connsiteY118" fmla="*/ 1438912 h 6105653"/>
              <a:gd name="connsiteX119" fmla="*/ 4010024 w 12191999"/>
              <a:gd name="connsiteY119" fmla="*/ 1546488 h 6105653"/>
              <a:gd name="connsiteX120" fmla="*/ 4049315 w 12191999"/>
              <a:gd name="connsiteY120" fmla="*/ 1587192 h 6105653"/>
              <a:gd name="connsiteX121" fmla="*/ 4106465 w 12191999"/>
              <a:gd name="connsiteY121" fmla="*/ 1558118 h 6105653"/>
              <a:gd name="connsiteX122" fmla="*/ 4281487 w 12191999"/>
              <a:gd name="connsiteY122" fmla="*/ 1223760 h 6105653"/>
              <a:gd name="connsiteX123" fmla="*/ 4417219 w 12191999"/>
              <a:gd name="connsiteY123" fmla="*/ 1197593 h 6105653"/>
              <a:gd name="connsiteX124" fmla="*/ 4438649 w 12191999"/>
              <a:gd name="connsiteY124" fmla="*/ 1261557 h 6105653"/>
              <a:gd name="connsiteX125" fmla="*/ 4427935 w 12191999"/>
              <a:gd name="connsiteY125" fmla="*/ 1334243 h 6105653"/>
              <a:gd name="connsiteX126" fmla="*/ 4535090 w 12191999"/>
              <a:gd name="connsiteY126" fmla="*/ 1276094 h 6105653"/>
              <a:gd name="connsiteX127" fmla="*/ 4642246 w 12191999"/>
              <a:gd name="connsiteY127" fmla="*/ 1040590 h 6105653"/>
              <a:gd name="connsiteX128" fmla="*/ 4699396 w 12191999"/>
              <a:gd name="connsiteY128" fmla="*/ 996979 h 6105653"/>
              <a:gd name="connsiteX129" fmla="*/ 4727971 w 12191999"/>
              <a:gd name="connsiteY129" fmla="*/ 1055128 h 6105653"/>
              <a:gd name="connsiteX130" fmla="*/ 4738688 w 12191999"/>
              <a:gd name="connsiteY130" fmla="*/ 1098740 h 6105653"/>
              <a:gd name="connsiteX131" fmla="*/ 5185172 w 12191999"/>
              <a:gd name="connsiteY131" fmla="*/ 197429 h 6105653"/>
              <a:gd name="connsiteX132" fmla="*/ 5188744 w 12191999"/>
              <a:gd name="connsiteY132" fmla="*/ 400950 h 6105653"/>
              <a:gd name="connsiteX133" fmla="*/ 5117306 w 12191999"/>
              <a:gd name="connsiteY133" fmla="*/ 601565 h 6105653"/>
              <a:gd name="connsiteX134" fmla="*/ 5128021 w 12191999"/>
              <a:gd name="connsiteY134" fmla="*/ 813809 h 6105653"/>
              <a:gd name="connsiteX135" fmla="*/ 5092302 w 12191999"/>
              <a:gd name="connsiteY135" fmla="*/ 1014423 h 6105653"/>
              <a:gd name="connsiteX136" fmla="*/ 5092302 w 12191999"/>
              <a:gd name="connsiteY136" fmla="*/ 1188871 h 6105653"/>
              <a:gd name="connsiteX137" fmla="*/ 5145880 w 12191999"/>
              <a:gd name="connsiteY137" fmla="*/ 1026053 h 6105653"/>
              <a:gd name="connsiteX138" fmla="*/ 5235177 w 12191999"/>
              <a:gd name="connsiteY138" fmla="*/ 964997 h 6105653"/>
              <a:gd name="connsiteX139" fmla="*/ 5317331 w 12191999"/>
              <a:gd name="connsiteY139" fmla="*/ 985349 h 6105653"/>
              <a:gd name="connsiteX140" fmla="*/ 5292327 w 12191999"/>
              <a:gd name="connsiteY140" fmla="*/ 1052221 h 6105653"/>
              <a:gd name="connsiteX141" fmla="*/ 5199458 w 12191999"/>
              <a:gd name="connsiteY141" fmla="*/ 1130722 h 6105653"/>
              <a:gd name="connsiteX142" fmla="*/ 5256608 w 12191999"/>
              <a:gd name="connsiteY142" fmla="*/ 1148166 h 6105653"/>
              <a:gd name="connsiteX143" fmla="*/ 5299471 w 12191999"/>
              <a:gd name="connsiteY143" fmla="*/ 1194686 h 6105653"/>
              <a:gd name="connsiteX144" fmla="*/ 5278039 w 12191999"/>
              <a:gd name="connsiteY144" fmla="*/ 1462171 h 6105653"/>
              <a:gd name="connsiteX145" fmla="*/ 5460205 w 12191999"/>
              <a:gd name="connsiteY145" fmla="*/ 1284817 h 6105653"/>
              <a:gd name="connsiteX146" fmla="*/ 5488780 w 12191999"/>
              <a:gd name="connsiteY146" fmla="*/ 1171426 h 6105653"/>
              <a:gd name="connsiteX147" fmla="*/ 5539513 w 12191999"/>
              <a:gd name="connsiteY147" fmla="*/ 1140353 h 6105653"/>
              <a:gd name="connsiteX148" fmla="*/ 5552720 w 12191999"/>
              <a:gd name="connsiteY148" fmla="*/ 1143022 h 6105653"/>
              <a:gd name="connsiteX149" fmla="*/ 5574208 w 12191999"/>
              <a:gd name="connsiteY149" fmla="*/ 1115811 h 6105653"/>
              <a:gd name="connsiteX150" fmla="*/ 5734050 w 12191999"/>
              <a:gd name="connsiteY150" fmla="*/ 1075470 h 6105653"/>
              <a:gd name="connsiteX151" fmla="*/ 5798343 w 12191999"/>
              <a:gd name="connsiteY151" fmla="*/ 1020228 h 6105653"/>
              <a:gd name="connsiteX152" fmla="*/ 5884068 w 12191999"/>
              <a:gd name="connsiteY152" fmla="*/ 883578 h 6105653"/>
              <a:gd name="connsiteX153" fmla="*/ 6066234 w 12191999"/>
              <a:gd name="connsiteY153" fmla="*/ 645166 h 6105653"/>
              <a:gd name="connsiteX154" fmla="*/ 6109096 w 12191999"/>
              <a:gd name="connsiteY154" fmla="*/ 732391 h 6105653"/>
              <a:gd name="connsiteX155" fmla="*/ 5998368 w 12191999"/>
              <a:gd name="connsiteY155" fmla="*/ 985338 h 6105653"/>
              <a:gd name="connsiteX156" fmla="*/ 5969793 w 12191999"/>
              <a:gd name="connsiteY156" fmla="*/ 1168509 h 6105653"/>
              <a:gd name="connsiteX157" fmla="*/ 6162674 w 12191999"/>
              <a:gd name="connsiteY157" fmla="*/ 909745 h 6105653"/>
              <a:gd name="connsiteX158" fmla="*/ 6412705 w 12191999"/>
              <a:gd name="connsiteY158" fmla="*/ 659704 h 6105653"/>
              <a:gd name="connsiteX159" fmla="*/ 6366271 w 12191999"/>
              <a:gd name="connsiteY159" fmla="*/ 851596 h 6105653"/>
              <a:gd name="connsiteX160" fmla="*/ 6398418 w 12191999"/>
              <a:gd name="connsiteY160" fmla="*/ 860319 h 6105653"/>
              <a:gd name="connsiteX161" fmla="*/ 6694884 w 12191999"/>
              <a:gd name="connsiteY161" fmla="*/ 691686 h 6105653"/>
              <a:gd name="connsiteX162" fmla="*/ 6816327 w 12191999"/>
              <a:gd name="connsiteY162" fmla="*/ 610277 h 6105653"/>
              <a:gd name="connsiteX163" fmla="*/ 7177087 w 12191999"/>
              <a:gd name="connsiteY163" fmla="*/ 238123 h 6105653"/>
              <a:gd name="connsiteX164" fmla="*/ 7016353 w 12191999"/>
              <a:gd name="connsiteY164" fmla="*/ 592833 h 6105653"/>
              <a:gd name="connsiteX165" fmla="*/ 7366396 w 12191999"/>
              <a:gd name="connsiteY165" fmla="*/ 226493 h 6105653"/>
              <a:gd name="connsiteX166" fmla="*/ 7494984 w 12191999"/>
              <a:gd name="connsiteY166" fmla="*/ 49138 h 6105653"/>
              <a:gd name="connsiteX167" fmla="*/ 7538181 w 12191999"/>
              <a:gd name="connsiteY167" fmla="*/ 484 h 6105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</a:cxnLst>
            <a:rect l="l" t="t" r="r" b="b"/>
            <a:pathLst>
              <a:path w="12191999" h="6105653">
                <a:moveTo>
                  <a:pt x="7538181" y="484"/>
                </a:moveTo>
                <a:cubicBezTo>
                  <a:pt x="7546999" y="-833"/>
                  <a:pt x="7557492" y="439"/>
                  <a:pt x="7569993" y="5527"/>
                </a:cubicBezTo>
                <a:cubicBezTo>
                  <a:pt x="7612855" y="22971"/>
                  <a:pt x="7598567" y="54953"/>
                  <a:pt x="7587853" y="84028"/>
                </a:cubicBezTo>
                <a:cubicBezTo>
                  <a:pt x="7559278" y="153806"/>
                  <a:pt x="7559278" y="229401"/>
                  <a:pt x="7559278" y="325347"/>
                </a:cubicBezTo>
                <a:cubicBezTo>
                  <a:pt x="7695009" y="243938"/>
                  <a:pt x="7652146" y="95658"/>
                  <a:pt x="7795021" y="25878"/>
                </a:cubicBezTo>
                <a:cubicBezTo>
                  <a:pt x="7820024" y="113102"/>
                  <a:pt x="7770018" y="179974"/>
                  <a:pt x="7759302" y="249752"/>
                </a:cubicBezTo>
                <a:cubicBezTo>
                  <a:pt x="7748587" y="313717"/>
                  <a:pt x="7773590" y="328254"/>
                  <a:pt x="7852171" y="313717"/>
                </a:cubicBezTo>
                <a:cubicBezTo>
                  <a:pt x="7973615" y="290457"/>
                  <a:pt x="8034337" y="325347"/>
                  <a:pt x="8002190" y="418385"/>
                </a:cubicBezTo>
                <a:cubicBezTo>
                  <a:pt x="7970043" y="505609"/>
                  <a:pt x="8016478" y="514331"/>
                  <a:pt x="8084343" y="491072"/>
                </a:cubicBezTo>
                <a:cubicBezTo>
                  <a:pt x="8184355" y="456182"/>
                  <a:pt x="8262937" y="493979"/>
                  <a:pt x="8348662" y="520146"/>
                </a:cubicBezTo>
                <a:cubicBezTo>
                  <a:pt x="8477249" y="560851"/>
                  <a:pt x="8541543" y="543406"/>
                  <a:pt x="8637984" y="459090"/>
                </a:cubicBezTo>
                <a:cubicBezTo>
                  <a:pt x="8691561" y="409663"/>
                  <a:pt x="8737996" y="360236"/>
                  <a:pt x="8784431" y="290457"/>
                </a:cubicBezTo>
                <a:cubicBezTo>
                  <a:pt x="8809434" y="450367"/>
                  <a:pt x="8895158" y="284642"/>
                  <a:pt x="8948737" y="339884"/>
                </a:cubicBezTo>
                <a:cubicBezTo>
                  <a:pt x="8970168" y="453274"/>
                  <a:pt x="8798717" y="543406"/>
                  <a:pt x="8848725" y="697501"/>
                </a:cubicBezTo>
                <a:cubicBezTo>
                  <a:pt x="8995171" y="511424"/>
                  <a:pt x="9041606" y="302087"/>
                  <a:pt x="9238059" y="165437"/>
                </a:cubicBezTo>
                <a:cubicBezTo>
                  <a:pt x="9280921" y="197419"/>
                  <a:pt x="9238059" y="229401"/>
                  <a:pt x="9255919" y="255567"/>
                </a:cubicBezTo>
                <a:cubicBezTo>
                  <a:pt x="9266634" y="255567"/>
                  <a:pt x="9198767" y="560851"/>
                  <a:pt x="9477374" y="578295"/>
                </a:cubicBezTo>
                <a:cubicBezTo>
                  <a:pt x="9477374" y="584110"/>
                  <a:pt x="9477374" y="589925"/>
                  <a:pt x="9488091" y="595740"/>
                </a:cubicBezTo>
                <a:cubicBezTo>
                  <a:pt x="9527380" y="627722"/>
                  <a:pt x="9620249" y="598648"/>
                  <a:pt x="9627393" y="650981"/>
                </a:cubicBezTo>
                <a:cubicBezTo>
                  <a:pt x="9634537" y="709131"/>
                  <a:pt x="9666684" y="764373"/>
                  <a:pt x="9648824" y="825429"/>
                </a:cubicBezTo>
                <a:cubicBezTo>
                  <a:pt x="9634537" y="871948"/>
                  <a:pt x="9616678" y="921374"/>
                  <a:pt x="9616678" y="970802"/>
                </a:cubicBezTo>
                <a:cubicBezTo>
                  <a:pt x="9616678" y="1023136"/>
                  <a:pt x="9495233" y="1095822"/>
                  <a:pt x="9655968" y="1127805"/>
                </a:cubicBezTo>
                <a:cubicBezTo>
                  <a:pt x="9663111" y="1127805"/>
                  <a:pt x="9645252" y="1217935"/>
                  <a:pt x="9638109" y="1267362"/>
                </a:cubicBezTo>
                <a:cubicBezTo>
                  <a:pt x="9630965" y="1308066"/>
                  <a:pt x="9598818" y="1357494"/>
                  <a:pt x="9663111" y="1386568"/>
                </a:cubicBezTo>
                <a:cubicBezTo>
                  <a:pt x="9702403" y="1401105"/>
                  <a:pt x="9773840" y="1331326"/>
                  <a:pt x="9780984" y="1270269"/>
                </a:cubicBezTo>
                <a:cubicBezTo>
                  <a:pt x="9788127" y="1215028"/>
                  <a:pt x="9795271" y="1159787"/>
                  <a:pt x="9780984" y="1107452"/>
                </a:cubicBezTo>
                <a:cubicBezTo>
                  <a:pt x="9763125" y="1043488"/>
                  <a:pt x="9791699" y="1008598"/>
                  <a:pt x="9855993" y="991154"/>
                </a:cubicBezTo>
                <a:cubicBezTo>
                  <a:pt x="9923858" y="970802"/>
                  <a:pt x="9959577" y="933005"/>
                  <a:pt x="9991724" y="880670"/>
                </a:cubicBezTo>
                <a:cubicBezTo>
                  <a:pt x="10070305" y="752742"/>
                  <a:pt x="10163174" y="630630"/>
                  <a:pt x="10209609" y="491071"/>
                </a:cubicBezTo>
                <a:cubicBezTo>
                  <a:pt x="10216753" y="464905"/>
                  <a:pt x="10231040" y="432923"/>
                  <a:pt x="10291762" y="421292"/>
                </a:cubicBezTo>
                <a:cubicBezTo>
                  <a:pt x="10198893" y="799262"/>
                  <a:pt x="9959577" y="1142341"/>
                  <a:pt x="9973865" y="1531941"/>
                </a:cubicBezTo>
                <a:cubicBezTo>
                  <a:pt x="10048874" y="1427272"/>
                  <a:pt x="10052446" y="1302252"/>
                  <a:pt x="10106024" y="1188861"/>
                </a:cubicBezTo>
                <a:cubicBezTo>
                  <a:pt x="10145315" y="1270269"/>
                  <a:pt x="10102453" y="1345863"/>
                  <a:pt x="10081022" y="1421458"/>
                </a:cubicBezTo>
                <a:cubicBezTo>
                  <a:pt x="10063162" y="1485421"/>
                  <a:pt x="10059590" y="1543570"/>
                  <a:pt x="10170318" y="1549385"/>
                </a:cubicBezTo>
                <a:cubicBezTo>
                  <a:pt x="10181034" y="1549385"/>
                  <a:pt x="10188178" y="1549385"/>
                  <a:pt x="10198893" y="1549385"/>
                </a:cubicBezTo>
                <a:cubicBezTo>
                  <a:pt x="10245327" y="1526126"/>
                  <a:pt x="10266759" y="1494144"/>
                  <a:pt x="10281046" y="1453439"/>
                </a:cubicBezTo>
                <a:cubicBezTo>
                  <a:pt x="10288190" y="1430180"/>
                  <a:pt x="10302477" y="1398198"/>
                  <a:pt x="10334625" y="1398198"/>
                </a:cubicBezTo>
                <a:cubicBezTo>
                  <a:pt x="10456068" y="1401105"/>
                  <a:pt x="10491787" y="1322604"/>
                  <a:pt x="10527506" y="1247010"/>
                </a:cubicBezTo>
                <a:cubicBezTo>
                  <a:pt x="10588228" y="1287714"/>
                  <a:pt x="10545365" y="1322604"/>
                  <a:pt x="10548937" y="1354586"/>
                </a:cubicBezTo>
                <a:cubicBezTo>
                  <a:pt x="10552509" y="1374938"/>
                  <a:pt x="10556080" y="1395290"/>
                  <a:pt x="10588228" y="1395290"/>
                </a:cubicBezTo>
                <a:cubicBezTo>
                  <a:pt x="10613230" y="1395290"/>
                  <a:pt x="10645378" y="1386568"/>
                  <a:pt x="10645378" y="1366216"/>
                </a:cubicBezTo>
                <a:cubicBezTo>
                  <a:pt x="10648949" y="1238288"/>
                  <a:pt x="10820400" y="1165601"/>
                  <a:pt x="10820400" y="1031858"/>
                </a:cubicBezTo>
                <a:cubicBezTo>
                  <a:pt x="10820400" y="950449"/>
                  <a:pt x="10916840" y="1072563"/>
                  <a:pt x="10956131" y="1005691"/>
                </a:cubicBezTo>
                <a:cubicBezTo>
                  <a:pt x="10966847" y="991154"/>
                  <a:pt x="10981133" y="1046395"/>
                  <a:pt x="10977562" y="1069655"/>
                </a:cubicBezTo>
                <a:cubicBezTo>
                  <a:pt x="10973991" y="1092915"/>
                  <a:pt x="10948987" y="1113267"/>
                  <a:pt x="10966847" y="1142341"/>
                </a:cubicBezTo>
                <a:cubicBezTo>
                  <a:pt x="11031140" y="1156879"/>
                  <a:pt x="11056143" y="1119081"/>
                  <a:pt x="11074003" y="1084192"/>
                </a:cubicBezTo>
                <a:cubicBezTo>
                  <a:pt x="11116865" y="1008598"/>
                  <a:pt x="11166871" y="933005"/>
                  <a:pt x="11181159" y="848688"/>
                </a:cubicBezTo>
                <a:cubicBezTo>
                  <a:pt x="11184730" y="819614"/>
                  <a:pt x="11202590" y="802169"/>
                  <a:pt x="11238309" y="805077"/>
                </a:cubicBezTo>
                <a:cubicBezTo>
                  <a:pt x="11284744" y="810891"/>
                  <a:pt x="11270456" y="839966"/>
                  <a:pt x="11266884" y="863226"/>
                </a:cubicBezTo>
                <a:cubicBezTo>
                  <a:pt x="11263312" y="877763"/>
                  <a:pt x="11252596" y="892300"/>
                  <a:pt x="11277600" y="906838"/>
                </a:cubicBezTo>
                <a:cubicBezTo>
                  <a:pt x="11531203" y="566666"/>
                  <a:pt x="11516915" y="386403"/>
                  <a:pt x="11724084" y="5527"/>
                </a:cubicBezTo>
                <a:cubicBezTo>
                  <a:pt x="11763375" y="89842"/>
                  <a:pt x="11734800" y="150899"/>
                  <a:pt x="11727656" y="209048"/>
                </a:cubicBezTo>
                <a:cubicBezTo>
                  <a:pt x="11709796" y="354421"/>
                  <a:pt x="11677649" y="264290"/>
                  <a:pt x="11656218" y="409663"/>
                </a:cubicBezTo>
                <a:cubicBezTo>
                  <a:pt x="11645503" y="479442"/>
                  <a:pt x="11609784" y="543406"/>
                  <a:pt x="11666934" y="621907"/>
                </a:cubicBezTo>
                <a:cubicBezTo>
                  <a:pt x="11706225" y="674241"/>
                  <a:pt x="11663362" y="758557"/>
                  <a:pt x="11631215" y="822521"/>
                </a:cubicBezTo>
                <a:cubicBezTo>
                  <a:pt x="11602640" y="874856"/>
                  <a:pt x="11595497" y="927190"/>
                  <a:pt x="11631215" y="996969"/>
                </a:cubicBezTo>
                <a:cubicBezTo>
                  <a:pt x="11652646" y="933005"/>
                  <a:pt x="11670505" y="883578"/>
                  <a:pt x="11684793" y="834151"/>
                </a:cubicBezTo>
                <a:cubicBezTo>
                  <a:pt x="11695509" y="793447"/>
                  <a:pt x="11720512" y="770187"/>
                  <a:pt x="11774090" y="773095"/>
                </a:cubicBezTo>
                <a:cubicBezTo>
                  <a:pt x="11802665" y="773095"/>
                  <a:pt x="11841956" y="764373"/>
                  <a:pt x="11856243" y="793447"/>
                </a:cubicBezTo>
                <a:cubicBezTo>
                  <a:pt x="11870531" y="816706"/>
                  <a:pt x="11856243" y="848688"/>
                  <a:pt x="11831240" y="860319"/>
                </a:cubicBezTo>
                <a:cubicBezTo>
                  <a:pt x="11784806" y="874856"/>
                  <a:pt x="11741944" y="889393"/>
                  <a:pt x="11738371" y="938820"/>
                </a:cubicBezTo>
                <a:cubicBezTo>
                  <a:pt x="11731228" y="1005691"/>
                  <a:pt x="11759802" y="967894"/>
                  <a:pt x="11795521" y="956264"/>
                </a:cubicBezTo>
                <a:cubicBezTo>
                  <a:pt x="11834812" y="944634"/>
                  <a:pt x="11845527" y="979524"/>
                  <a:pt x="11838384" y="1002784"/>
                </a:cubicBezTo>
                <a:cubicBezTo>
                  <a:pt x="11806237" y="1090007"/>
                  <a:pt x="11863387" y="1180138"/>
                  <a:pt x="11816952" y="1270269"/>
                </a:cubicBezTo>
                <a:cubicBezTo>
                  <a:pt x="11931252" y="1247010"/>
                  <a:pt x="11981259" y="1197583"/>
                  <a:pt x="11999118" y="1092915"/>
                </a:cubicBezTo>
                <a:cubicBezTo>
                  <a:pt x="12002690" y="1055118"/>
                  <a:pt x="11995547" y="1014413"/>
                  <a:pt x="12027693" y="979524"/>
                </a:cubicBezTo>
                <a:cubicBezTo>
                  <a:pt x="12045553" y="959172"/>
                  <a:pt x="12066984" y="938820"/>
                  <a:pt x="12102703" y="953357"/>
                </a:cubicBezTo>
                <a:cubicBezTo>
                  <a:pt x="12127705" y="962080"/>
                  <a:pt x="12127705" y="985338"/>
                  <a:pt x="12120562" y="1005691"/>
                </a:cubicBezTo>
                <a:cubicBezTo>
                  <a:pt x="12081272" y="1090007"/>
                  <a:pt x="12070555" y="1180138"/>
                  <a:pt x="12056268" y="1267362"/>
                </a:cubicBezTo>
                <a:cubicBezTo>
                  <a:pt x="12052697" y="1281899"/>
                  <a:pt x="12045553" y="1296437"/>
                  <a:pt x="12081272" y="1310974"/>
                </a:cubicBezTo>
                <a:cubicBezTo>
                  <a:pt x="12113418" y="1209213"/>
                  <a:pt x="12156280" y="1110359"/>
                  <a:pt x="12191999" y="1008598"/>
                </a:cubicBezTo>
                <a:lnTo>
                  <a:pt x="12191999" y="6105653"/>
                </a:lnTo>
                <a:lnTo>
                  <a:pt x="0" y="6105653"/>
                </a:lnTo>
                <a:lnTo>
                  <a:pt x="0" y="927116"/>
                </a:lnTo>
                <a:lnTo>
                  <a:pt x="61930" y="902578"/>
                </a:lnTo>
                <a:cubicBezTo>
                  <a:pt x="91454" y="894128"/>
                  <a:pt x="122931" y="887949"/>
                  <a:pt x="155971" y="883588"/>
                </a:cubicBezTo>
                <a:cubicBezTo>
                  <a:pt x="223837" y="877773"/>
                  <a:pt x="245268" y="839976"/>
                  <a:pt x="277414" y="802179"/>
                </a:cubicBezTo>
                <a:cubicBezTo>
                  <a:pt x="388143" y="674251"/>
                  <a:pt x="488155" y="537601"/>
                  <a:pt x="638174" y="430025"/>
                </a:cubicBezTo>
                <a:cubicBezTo>
                  <a:pt x="620315" y="555046"/>
                  <a:pt x="520302" y="653899"/>
                  <a:pt x="477440" y="784735"/>
                </a:cubicBezTo>
                <a:cubicBezTo>
                  <a:pt x="641746" y="680066"/>
                  <a:pt x="727471" y="543415"/>
                  <a:pt x="827483" y="418395"/>
                </a:cubicBezTo>
                <a:cubicBezTo>
                  <a:pt x="873917" y="360246"/>
                  <a:pt x="931068" y="307912"/>
                  <a:pt x="956071" y="241040"/>
                </a:cubicBezTo>
                <a:cubicBezTo>
                  <a:pt x="961429" y="223595"/>
                  <a:pt x="972814" y="196338"/>
                  <a:pt x="999268" y="192386"/>
                </a:cubicBezTo>
                <a:cubicBezTo>
                  <a:pt x="1008086" y="191069"/>
                  <a:pt x="1018579" y="192341"/>
                  <a:pt x="1031080" y="197429"/>
                </a:cubicBezTo>
                <a:cubicBezTo>
                  <a:pt x="1073942" y="214873"/>
                  <a:pt x="1059654" y="246855"/>
                  <a:pt x="1048940" y="275930"/>
                </a:cubicBezTo>
                <a:cubicBezTo>
                  <a:pt x="1020365" y="345708"/>
                  <a:pt x="1020365" y="421303"/>
                  <a:pt x="1020365" y="517249"/>
                </a:cubicBezTo>
                <a:cubicBezTo>
                  <a:pt x="1156096" y="435840"/>
                  <a:pt x="1113233" y="287560"/>
                  <a:pt x="1256108" y="217780"/>
                </a:cubicBezTo>
                <a:cubicBezTo>
                  <a:pt x="1281111" y="305004"/>
                  <a:pt x="1231105" y="371876"/>
                  <a:pt x="1220389" y="441654"/>
                </a:cubicBezTo>
                <a:cubicBezTo>
                  <a:pt x="1209674" y="505619"/>
                  <a:pt x="1234677" y="520156"/>
                  <a:pt x="1313258" y="505619"/>
                </a:cubicBezTo>
                <a:cubicBezTo>
                  <a:pt x="1434702" y="482359"/>
                  <a:pt x="1495424" y="517249"/>
                  <a:pt x="1463277" y="610287"/>
                </a:cubicBezTo>
                <a:cubicBezTo>
                  <a:pt x="1431130" y="697511"/>
                  <a:pt x="1477565" y="706233"/>
                  <a:pt x="1545430" y="682974"/>
                </a:cubicBezTo>
                <a:cubicBezTo>
                  <a:pt x="1645442" y="648084"/>
                  <a:pt x="1724024" y="685881"/>
                  <a:pt x="1809749" y="712048"/>
                </a:cubicBezTo>
                <a:cubicBezTo>
                  <a:pt x="1938336" y="752753"/>
                  <a:pt x="2002630" y="735308"/>
                  <a:pt x="2099071" y="650992"/>
                </a:cubicBezTo>
                <a:cubicBezTo>
                  <a:pt x="2152648" y="601565"/>
                  <a:pt x="2199083" y="552138"/>
                  <a:pt x="2245518" y="482359"/>
                </a:cubicBezTo>
                <a:cubicBezTo>
                  <a:pt x="2270521" y="642269"/>
                  <a:pt x="2356245" y="476544"/>
                  <a:pt x="2409824" y="531786"/>
                </a:cubicBezTo>
                <a:cubicBezTo>
                  <a:pt x="2431255" y="645176"/>
                  <a:pt x="2259804" y="735308"/>
                  <a:pt x="2309812" y="889403"/>
                </a:cubicBezTo>
                <a:cubicBezTo>
                  <a:pt x="2456258" y="703326"/>
                  <a:pt x="2502693" y="493989"/>
                  <a:pt x="2699146" y="357339"/>
                </a:cubicBezTo>
                <a:cubicBezTo>
                  <a:pt x="2742008" y="389321"/>
                  <a:pt x="2699146" y="421303"/>
                  <a:pt x="2717006" y="447469"/>
                </a:cubicBezTo>
                <a:cubicBezTo>
                  <a:pt x="2727721" y="447469"/>
                  <a:pt x="2659854" y="752753"/>
                  <a:pt x="2938461" y="770197"/>
                </a:cubicBezTo>
                <a:cubicBezTo>
                  <a:pt x="2938461" y="776012"/>
                  <a:pt x="2938461" y="781827"/>
                  <a:pt x="2949178" y="787642"/>
                </a:cubicBezTo>
                <a:cubicBezTo>
                  <a:pt x="2988467" y="819624"/>
                  <a:pt x="3081336" y="790550"/>
                  <a:pt x="3088480" y="842883"/>
                </a:cubicBezTo>
                <a:cubicBezTo>
                  <a:pt x="3095624" y="901033"/>
                  <a:pt x="3127771" y="956275"/>
                  <a:pt x="3109911" y="1017331"/>
                </a:cubicBezTo>
                <a:cubicBezTo>
                  <a:pt x="3095624" y="1063850"/>
                  <a:pt x="3077765" y="1113276"/>
                  <a:pt x="3077765" y="1162704"/>
                </a:cubicBezTo>
                <a:cubicBezTo>
                  <a:pt x="3077765" y="1215038"/>
                  <a:pt x="2956320" y="1287724"/>
                  <a:pt x="3117055" y="1319707"/>
                </a:cubicBezTo>
                <a:cubicBezTo>
                  <a:pt x="3124198" y="1319707"/>
                  <a:pt x="3106339" y="1409837"/>
                  <a:pt x="3099196" y="1459264"/>
                </a:cubicBezTo>
                <a:cubicBezTo>
                  <a:pt x="3092052" y="1499968"/>
                  <a:pt x="3059905" y="1549396"/>
                  <a:pt x="3124198" y="1578470"/>
                </a:cubicBezTo>
                <a:cubicBezTo>
                  <a:pt x="3163490" y="1593007"/>
                  <a:pt x="3234927" y="1523228"/>
                  <a:pt x="3242071" y="1462171"/>
                </a:cubicBezTo>
                <a:cubicBezTo>
                  <a:pt x="3249214" y="1406930"/>
                  <a:pt x="3256358" y="1351689"/>
                  <a:pt x="3242071" y="1299354"/>
                </a:cubicBezTo>
                <a:cubicBezTo>
                  <a:pt x="3224212" y="1235390"/>
                  <a:pt x="3252786" y="1200500"/>
                  <a:pt x="3317080" y="1183056"/>
                </a:cubicBezTo>
                <a:cubicBezTo>
                  <a:pt x="3384945" y="1162704"/>
                  <a:pt x="3420664" y="1124907"/>
                  <a:pt x="3452811" y="1072572"/>
                </a:cubicBezTo>
                <a:cubicBezTo>
                  <a:pt x="3531392" y="944644"/>
                  <a:pt x="3624261" y="822532"/>
                  <a:pt x="3670696" y="682973"/>
                </a:cubicBezTo>
                <a:cubicBezTo>
                  <a:pt x="3677840" y="656807"/>
                  <a:pt x="3692127" y="624825"/>
                  <a:pt x="3752849" y="613194"/>
                </a:cubicBezTo>
                <a:cubicBezTo>
                  <a:pt x="3659980" y="991164"/>
                  <a:pt x="3420664" y="1334243"/>
                  <a:pt x="3434952" y="1723843"/>
                </a:cubicBezTo>
                <a:cubicBezTo>
                  <a:pt x="3509961" y="1619174"/>
                  <a:pt x="3513533" y="1494154"/>
                  <a:pt x="3567111" y="1380763"/>
                </a:cubicBezTo>
                <a:cubicBezTo>
                  <a:pt x="3606402" y="1462171"/>
                  <a:pt x="3563540" y="1537765"/>
                  <a:pt x="3542109" y="1613360"/>
                </a:cubicBezTo>
                <a:cubicBezTo>
                  <a:pt x="3524249" y="1677323"/>
                  <a:pt x="3520677" y="1735472"/>
                  <a:pt x="3631405" y="1741287"/>
                </a:cubicBezTo>
                <a:cubicBezTo>
                  <a:pt x="3642121" y="1741287"/>
                  <a:pt x="3649265" y="1741287"/>
                  <a:pt x="3659980" y="1741287"/>
                </a:cubicBezTo>
                <a:cubicBezTo>
                  <a:pt x="3706414" y="1718028"/>
                  <a:pt x="3727846" y="1686046"/>
                  <a:pt x="3742133" y="1645341"/>
                </a:cubicBezTo>
                <a:cubicBezTo>
                  <a:pt x="3749277" y="1622082"/>
                  <a:pt x="3763564" y="1590100"/>
                  <a:pt x="3795712" y="1590100"/>
                </a:cubicBezTo>
                <a:cubicBezTo>
                  <a:pt x="3917155" y="1593007"/>
                  <a:pt x="3952874" y="1514506"/>
                  <a:pt x="3988593" y="1438912"/>
                </a:cubicBezTo>
                <a:cubicBezTo>
                  <a:pt x="4049315" y="1479616"/>
                  <a:pt x="4006452" y="1514506"/>
                  <a:pt x="4010024" y="1546488"/>
                </a:cubicBezTo>
                <a:cubicBezTo>
                  <a:pt x="4013596" y="1566840"/>
                  <a:pt x="4017167" y="1587192"/>
                  <a:pt x="4049315" y="1587192"/>
                </a:cubicBezTo>
                <a:cubicBezTo>
                  <a:pt x="4074317" y="1587192"/>
                  <a:pt x="4106465" y="1578470"/>
                  <a:pt x="4106465" y="1558118"/>
                </a:cubicBezTo>
                <a:cubicBezTo>
                  <a:pt x="4110036" y="1430190"/>
                  <a:pt x="4281487" y="1357503"/>
                  <a:pt x="4281487" y="1223760"/>
                </a:cubicBezTo>
                <a:cubicBezTo>
                  <a:pt x="4281487" y="1142351"/>
                  <a:pt x="4377927" y="1264465"/>
                  <a:pt x="4417219" y="1197593"/>
                </a:cubicBezTo>
                <a:cubicBezTo>
                  <a:pt x="4427935" y="1183056"/>
                  <a:pt x="4442220" y="1238297"/>
                  <a:pt x="4438649" y="1261557"/>
                </a:cubicBezTo>
                <a:cubicBezTo>
                  <a:pt x="4435078" y="1284817"/>
                  <a:pt x="4410074" y="1305169"/>
                  <a:pt x="4427935" y="1334243"/>
                </a:cubicBezTo>
                <a:cubicBezTo>
                  <a:pt x="4492228" y="1348781"/>
                  <a:pt x="4517230" y="1310983"/>
                  <a:pt x="4535090" y="1276094"/>
                </a:cubicBezTo>
                <a:cubicBezTo>
                  <a:pt x="4577952" y="1200500"/>
                  <a:pt x="4627958" y="1124907"/>
                  <a:pt x="4642246" y="1040590"/>
                </a:cubicBezTo>
                <a:cubicBezTo>
                  <a:pt x="4645817" y="1011516"/>
                  <a:pt x="4663677" y="994071"/>
                  <a:pt x="4699396" y="996979"/>
                </a:cubicBezTo>
                <a:cubicBezTo>
                  <a:pt x="4745832" y="1002793"/>
                  <a:pt x="4731544" y="1031868"/>
                  <a:pt x="4727971" y="1055128"/>
                </a:cubicBezTo>
                <a:cubicBezTo>
                  <a:pt x="4724399" y="1069665"/>
                  <a:pt x="4713683" y="1084202"/>
                  <a:pt x="4738688" y="1098740"/>
                </a:cubicBezTo>
                <a:cubicBezTo>
                  <a:pt x="4992291" y="758568"/>
                  <a:pt x="4978002" y="578305"/>
                  <a:pt x="5185172" y="197429"/>
                </a:cubicBezTo>
                <a:cubicBezTo>
                  <a:pt x="5224462" y="281744"/>
                  <a:pt x="5195887" y="342801"/>
                  <a:pt x="5188744" y="400950"/>
                </a:cubicBezTo>
                <a:cubicBezTo>
                  <a:pt x="5170883" y="546323"/>
                  <a:pt x="5138736" y="456192"/>
                  <a:pt x="5117306" y="601565"/>
                </a:cubicBezTo>
                <a:cubicBezTo>
                  <a:pt x="5106590" y="671344"/>
                  <a:pt x="5070871" y="735308"/>
                  <a:pt x="5128021" y="813809"/>
                </a:cubicBezTo>
                <a:cubicBezTo>
                  <a:pt x="5167312" y="866143"/>
                  <a:pt x="5124450" y="950459"/>
                  <a:pt x="5092302" y="1014423"/>
                </a:cubicBezTo>
                <a:cubicBezTo>
                  <a:pt x="5063727" y="1066758"/>
                  <a:pt x="5056585" y="1119092"/>
                  <a:pt x="5092302" y="1188871"/>
                </a:cubicBezTo>
                <a:cubicBezTo>
                  <a:pt x="5113734" y="1124907"/>
                  <a:pt x="5131592" y="1075480"/>
                  <a:pt x="5145880" y="1026053"/>
                </a:cubicBezTo>
                <a:cubicBezTo>
                  <a:pt x="5156596" y="985349"/>
                  <a:pt x="5181600" y="962089"/>
                  <a:pt x="5235177" y="964997"/>
                </a:cubicBezTo>
                <a:cubicBezTo>
                  <a:pt x="5263752" y="964997"/>
                  <a:pt x="5303044" y="956275"/>
                  <a:pt x="5317331" y="985349"/>
                </a:cubicBezTo>
                <a:cubicBezTo>
                  <a:pt x="5331618" y="1008608"/>
                  <a:pt x="5317331" y="1040590"/>
                  <a:pt x="5292327" y="1052221"/>
                </a:cubicBezTo>
                <a:cubicBezTo>
                  <a:pt x="5245894" y="1066758"/>
                  <a:pt x="5203031" y="1081295"/>
                  <a:pt x="5199458" y="1130722"/>
                </a:cubicBezTo>
                <a:cubicBezTo>
                  <a:pt x="5192315" y="1197593"/>
                  <a:pt x="5220889" y="1159796"/>
                  <a:pt x="5256608" y="1148166"/>
                </a:cubicBezTo>
                <a:cubicBezTo>
                  <a:pt x="5295899" y="1136536"/>
                  <a:pt x="5306616" y="1171426"/>
                  <a:pt x="5299471" y="1194686"/>
                </a:cubicBezTo>
                <a:cubicBezTo>
                  <a:pt x="5267324" y="1281909"/>
                  <a:pt x="5324474" y="1372040"/>
                  <a:pt x="5278039" y="1462171"/>
                </a:cubicBezTo>
                <a:cubicBezTo>
                  <a:pt x="5392339" y="1438912"/>
                  <a:pt x="5442347" y="1389485"/>
                  <a:pt x="5460205" y="1284817"/>
                </a:cubicBezTo>
                <a:cubicBezTo>
                  <a:pt x="5463777" y="1247020"/>
                  <a:pt x="5456634" y="1206315"/>
                  <a:pt x="5488780" y="1171426"/>
                </a:cubicBezTo>
                <a:cubicBezTo>
                  <a:pt x="5502175" y="1156162"/>
                  <a:pt x="5517579" y="1140898"/>
                  <a:pt x="5539513" y="1140353"/>
                </a:cubicBezTo>
                <a:lnTo>
                  <a:pt x="5552720" y="1143022"/>
                </a:lnTo>
                <a:lnTo>
                  <a:pt x="5574208" y="1115811"/>
                </a:lnTo>
                <a:cubicBezTo>
                  <a:pt x="5609034" y="1085646"/>
                  <a:pt x="5659040" y="1068202"/>
                  <a:pt x="5734050" y="1075470"/>
                </a:cubicBezTo>
                <a:cubicBezTo>
                  <a:pt x="5776912" y="1078377"/>
                  <a:pt x="5809058" y="1055118"/>
                  <a:pt x="5798343" y="1020228"/>
                </a:cubicBezTo>
                <a:cubicBezTo>
                  <a:pt x="5776912" y="953357"/>
                  <a:pt x="5837634" y="921375"/>
                  <a:pt x="5884068" y="883578"/>
                </a:cubicBezTo>
                <a:cubicBezTo>
                  <a:pt x="5966221" y="816706"/>
                  <a:pt x="6051947" y="752742"/>
                  <a:pt x="6066234" y="645166"/>
                </a:cubicBezTo>
                <a:cubicBezTo>
                  <a:pt x="6130528" y="665519"/>
                  <a:pt x="6123384" y="700408"/>
                  <a:pt x="6109096" y="732391"/>
                </a:cubicBezTo>
                <a:cubicBezTo>
                  <a:pt x="6073377" y="816706"/>
                  <a:pt x="6034087" y="901023"/>
                  <a:pt x="5998368" y="985338"/>
                </a:cubicBezTo>
                <a:cubicBezTo>
                  <a:pt x="5976937" y="1040581"/>
                  <a:pt x="5944790" y="1095822"/>
                  <a:pt x="5969793" y="1168509"/>
                </a:cubicBezTo>
                <a:cubicBezTo>
                  <a:pt x="6098380" y="1104545"/>
                  <a:pt x="6123384" y="996969"/>
                  <a:pt x="6162674" y="909745"/>
                </a:cubicBezTo>
                <a:cubicBezTo>
                  <a:pt x="6212681" y="802169"/>
                  <a:pt x="6305549" y="738205"/>
                  <a:pt x="6412705" y="659704"/>
                </a:cubicBezTo>
                <a:cubicBezTo>
                  <a:pt x="6441280" y="738205"/>
                  <a:pt x="6362699" y="787632"/>
                  <a:pt x="6366271" y="851596"/>
                </a:cubicBezTo>
                <a:cubicBezTo>
                  <a:pt x="6376987" y="854503"/>
                  <a:pt x="6398418" y="860319"/>
                  <a:pt x="6398418" y="860319"/>
                </a:cubicBezTo>
                <a:cubicBezTo>
                  <a:pt x="6455568" y="755650"/>
                  <a:pt x="6562724" y="709131"/>
                  <a:pt x="6694884" y="691686"/>
                </a:cubicBezTo>
                <a:cubicBezTo>
                  <a:pt x="6762750" y="685871"/>
                  <a:pt x="6784181" y="648074"/>
                  <a:pt x="6816327" y="610277"/>
                </a:cubicBezTo>
                <a:cubicBezTo>
                  <a:pt x="6927056" y="482349"/>
                  <a:pt x="7027068" y="345699"/>
                  <a:pt x="7177087" y="238123"/>
                </a:cubicBezTo>
                <a:cubicBezTo>
                  <a:pt x="7159228" y="363144"/>
                  <a:pt x="7059215" y="461997"/>
                  <a:pt x="7016353" y="592833"/>
                </a:cubicBezTo>
                <a:cubicBezTo>
                  <a:pt x="7180659" y="488164"/>
                  <a:pt x="7266384" y="351513"/>
                  <a:pt x="7366396" y="226493"/>
                </a:cubicBezTo>
                <a:cubicBezTo>
                  <a:pt x="7412830" y="168344"/>
                  <a:pt x="7469981" y="116010"/>
                  <a:pt x="7494984" y="49138"/>
                </a:cubicBezTo>
                <a:cubicBezTo>
                  <a:pt x="7500342" y="31693"/>
                  <a:pt x="7511727" y="4436"/>
                  <a:pt x="7538181" y="484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518CA-C079-0D97-9976-5BCE77E8B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Introduction &amp; Objectives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196D4717-EA4F-A4E3-C295-2401D67830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0960695"/>
              </p:ext>
            </p:extLst>
          </p:nvPr>
        </p:nvGraphicFramePr>
        <p:xfrm>
          <a:off x="838200" y="2001902"/>
          <a:ext cx="10515600" cy="4160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453086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CAA8690E-9EC6-8BA5-D59B-6F94A29CBD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2686" b="272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0D4783-A814-7F5F-93B0-03A55EBB7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Dataset &amp; Preprocessing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6312F67B-4B45-B5C3-6556-21BE43E3D6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974939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04151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AB43E7DC-5101-4E7C-ADB5-596311F53D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1B8BCA7A-6464-4C53-A572-89B2B3C2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10976177 w 12192000"/>
              <a:gd name="connsiteY3" fmla="*/ 6858000 h 6858000"/>
              <a:gd name="connsiteX4" fmla="*/ 10997120 w 12192000"/>
              <a:gd name="connsiteY4" fmla="*/ 6851980 h 6858000"/>
              <a:gd name="connsiteX5" fmla="*/ 12094512 w 12192000"/>
              <a:gd name="connsiteY5" fmla="*/ 6315404 h 6858000"/>
              <a:gd name="connsiteX6" fmla="*/ 12191999 w 12192000"/>
              <a:gd name="connsiteY6" fmla="*/ 6239611 h 6858000"/>
              <a:gd name="connsiteX7" fmla="*/ 12191999 w 12192000"/>
              <a:gd name="connsiteY7" fmla="*/ 1104399 h 6858000"/>
              <a:gd name="connsiteX8" fmla="*/ 11979198 w 12192000"/>
              <a:gd name="connsiteY8" fmla="*/ 1051011 h 6858000"/>
              <a:gd name="connsiteX9" fmla="*/ 11742378 w 12192000"/>
              <a:gd name="connsiteY9" fmla="*/ 986227 h 6858000"/>
              <a:gd name="connsiteX10" fmla="*/ 12063968 w 12192000"/>
              <a:gd name="connsiteY10" fmla="*/ 729780 h 6858000"/>
              <a:gd name="connsiteX11" fmla="*/ 11572835 w 12192000"/>
              <a:gd name="connsiteY11" fmla="*/ 670151 h 6858000"/>
              <a:gd name="connsiteX12" fmla="*/ 11524844 w 12192000"/>
              <a:gd name="connsiteY12" fmla="*/ 671946 h 6858000"/>
              <a:gd name="connsiteX13" fmla="*/ 10560518 w 12192000"/>
              <a:gd name="connsiteY13" fmla="*/ 632492 h 6858000"/>
              <a:gd name="connsiteX14" fmla="*/ 9178169 w 12192000"/>
              <a:gd name="connsiteY14" fmla="*/ 501577 h 6858000"/>
              <a:gd name="connsiteX15" fmla="*/ 8033984 w 12192000"/>
              <a:gd name="connsiteY15" fmla="*/ 423121 h 6858000"/>
              <a:gd name="connsiteX16" fmla="*/ 6815795 w 12192000"/>
              <a:gd name="connsiteY16" fmla="*/ 270688 h 6858000"/>
              <a:gd name="connsiteX17" fmla="*/ 6757489 w 12192000"/>
              <a:gd name="connsiteY17" fmla="*/ 260880 h 6858000"/>
              <a:gd name="connsiteX18" fmla="*/ 6703217 w 12192000"/>
              <a:gd name="connsiteY18" fmla="*/ 290416 h 6858000"/>
              <a:gd name="connsiteX19" fmla="*/ 7005521 w 12192000"/>
              <a:gd name="connsiteY19" fmla="*/ 401154 h 6858000"/>
              <a:gd name="connsiteX20" fmla="*/ 6532779 w 12192000"/>
              <a:gd name="connsiteY20" fmla="*/ 342871 h 6858000"/>
              <a:gd name="connsiteX21" fmla="*/ 6524704 w 12192000"/>
              <a:gd name="connsiteY21" fmla="*/ 380529 h 6858000"/>
              <a:gd name="connsiteX22" fmla="*/ 7061587 w 12192000"/>
              <a:gd name="connsiteY22" fmla="*/ 523098 h 6858000"/>
              <a:gd name="connsiteX23" fmla="*/ 7013594 w 12192000"/>
              <a:gd name="connsiteY23" fmla="*/ 545070 h 6858000"/>
              <a:gd name="connsiteX24" fmla="*/ 6728335 w 12192000"/>
              <a:gd name="connsiteY24" fmla="*/ 489924 h 6858000"/>
              <a:gd name="connsiteX25" fmla="*/ 6670923 w 12192000"/>
              <a:gd name="connsiteY25" fmla="*/ 504270 h 6858000"/>
              <a:gd name="connsiteX26" fmla="*/ 6699180 w 12192000"/>
              <a:gd name="connsiteY26" fmla="*/ 571069 h 6858000"/>
              <a:gd name="connsiteX27" fmla="*/ 6822972 w 12192000"/>
              <a:gd name="connsiteY27" fmla="*/ 597073 h 6858000"/>
              <a:gd name="connsiteX28" fmla="*/ 7015839 w 12192000"/>
              <a:gd name="connsiteY28" fmla="*/ 753992 h 6858000"/>
              <a:gd name="connsiteX29" fmla="*/ 6723848 w 12192000"/>
              <a:gd name="connsiteY29" fmla="*/ 735160 h 6858000"/>
              <a:gd name="connsiteX30" fmla="*/ 6672268 w 12192000"/>
              <a:gd name="connsiteY30" fmla="*/ 773268 h 6858000"/>
              <a:gd name="connsiteX31" fmla="*/ 6652532 w 12192000"/>
              <a:gd name="connsiteY31" fmla="*/ 822585 h 6858000"/>
              <a:gd name="connsiteX32" fmla="*/ 6539505 w 12192000"/>
              <a:gd name="connsiteY32" fmla="*/ 863382 h 6858000"/>
              <a:gd name="connsiteX33" fmla="*/ 6717122 w 12192000"/>
              <a:gd name="connsiteY33" fmla="*/ 909114 h 6858000"/>
              <a:gd name="connsiteX34" fmla="*/ 6527397 w 12192000"/>
              <a:gd name="connsiteY34" fmla="*/ 909114 h 6858000"/>
              <a:gd name="connsiteX35" fmla="*/ 6309411 w 12192000"/>
              <a:gd name="connsiteY35" fmla="*/ 877731 h 6858000"/>
              <a:gd name="connsiteX36" fmla="*/ 6077077 w 12192000"/>
              <a:gd name="connsiteY36" fmla="*/ 887593 h 6858000"/>
              <a:gd name="connsiteX37" fmla="*/ 6076642 w 12192000"/>
              <a:gd name="connsiteY37" fmla="*/ 887537 h 6858000"/>
              <a:gd name="connsiteX38" fmla="*/ 6032390 w 12192000"/>
              <a:gd name="connsiteY38" fmla="*/ 898600 h 6858000"/>
              <a:gd name="connsiteX39" fmla="*/ 6008536 w 12192000"/>
              <a:gd name="connsiteY39" fmla="*/ 914503 h 6858000"/>
              <a:gd name="connsiteX40" fmla="*/ 5944926 w 12192000"/>
              <a:gd name="connsiteY40" fmla="*/ 922454 h 6858000"/>
              <a:gd name="connsiteX41" fmla="*/ 5929023 w 12192000"/>
              <a:gd name="connsiteY41" fmla="*/ 954259 h 6858000"/>
              <a:gd name="connsiteX42" fmla="*/ 5938641 w 12192000"/>
              <a:gd name="connsiteY42" fmla="*/ 983356 h 6858000"/>
              <a:gd name="connsiteX43" fmla="*/ 5941380 w 12192000"/>
              <a:gd name="connsiteY43" fmla="*/ 994243 h 6858000"/>
              <a:gd name="connsiteX44" fmla="*/ 6022639 w 12192000"/>
              <a:gd name="connsiteY44" fmla="*/ 1012399 h 6858000"/>
              <a:gd name="connsiteX45" fmla="*/ 6620687 w 12192000"/>
              <a:gd name="connsiteY45" fmla="*/ 1222947 h 6858000"/>
              <a:gd name="connsiteX46" fmla="*/ 6557895 w 12192000"/>
              <a:gd name="connsiteY46" fmla="*/ 1308577 h 6858000"/>
              <a:gd name="connsiteX47" fmla="*/ 6815348 w 12192000"/>
              <a:gd name="connsiteY47" fmla="*/ 1401831 h 6858000"/>
              <a:gd name="connsiteX48" fmla="*/ 6878591 w 12192000"/>
              <a:gd name="connsiteY48" fmla="*/ 1494187 h 6858000"/>
              <a:gd name="connsiteX49" fmla="*/ 6799202 w 12192000"/>
              <a:gd name="connsiteY49" fmla="*/ 1486118 h 6858000"/>
              <a:gd name="connsiteX50" fmla="*/ 6731027 w 12192000"/>
              <a:gd name="connsiteY50" fmla="*/ 1503602 h 6858000"/>
              <a:gd name="connsiteX51" fmla="*/ 6759282 w 12192000"/>
              <a:gd name="connsiteY51" fmla="*/ 1621067 h 6858000"/>
              <a:gd name="connsiteX52" fmla="*/ 7123035 w 12192000"/>
              <a:gd name="connsiteY52" fmla="*/ 1772603 h 6858000"/>
              <a:gd name="connsiteX53" fmla="*/ 7155777 w 12192000"/>
              <a:gd name="connsiteY53" fmla="*/ 1821919 h 6858000"/>
              <a:gd name="connsiteX54" fmla="*/ 7112270 w 12192000"/>
              <a:gd name="connsiteY54" fmla="*/ 1856890 h 6858000"/>
              <a:gd name="connsiteX55" fmla="*/ 6994755 w 12192000"/>
              <a:gd name="connsiteY55" fmla="*/ 1874821 h 6858000"/>
              <a:gd name="connsiteX56" fmla="*/ 7159364 w 12192000"/>
              <a:gd name="connsiteY56" fmla="*/ 2042948 h 6858000"/>
              <a:gd name="connsiteX57" fmla="*/ 7219467 w 12192000"/>
              <a:gd name="connsiteY57" fmla="*/ 2089573 h 6858000"/>
              <a:gd name="connsiteX58" fmla="*/ 7322179 w 12192000"/>
              <a:gd name="connsiteY58" fmla="*/ 2161756 h 6858000"/>
              <a:gd name="connsiteX59" fmla="*/ 7323974 w 12192000"/>
              <a:gd name="connsiteY59" fmla="*/ 2183724 h 6858000"/>
              <a:gd name="connsiteX60" fmla="*/ 7184034 w 12192000"/>
              <a:gd name="connsiteY60" fmla="*/ 2261285 h 6858000"/>
              <a:gd name="connsiteX61" fmla="*/ 6931516 w 12192000"/>
              <a:gd name="connsiteY61" fmla="*/ 2240212 h 6858000"/>
              <a:gd name="connsiteX62" fmla="*/ 7304686 w 12192000"/>
              <a:gd name="connsiteY62" fmla="*/ 2355883 h 6858000"/>
              <a:gd name="connsiteX63" fmla="*/ 6096813 w 12192000"/>
              <a:gd name="connsiteY63" fmla="*/ 2080160 h 6858000"/>
              <a:gd name="connsiteX64" fmla="*/ 6173959 w 12192000"/>
              <a:gd name="connsiteY64" fmla="*/ 2152340 h 6858000"/>
              <a:gd name="connsiteX65" fmla="*/ 6596469 w 12192000"/>
              <a:gd name="connsiteY65" fmla="*/ 2342432 h 6858000"/>
              <a:gd name="connsiteX66" fmla="*/ 6716224 w 12192000"/>
              <a:gd name="connsiteY66" fmla="*/ 2461690 h 6858000"/>
              <a:gd name="connsiteX67" fmla="*/ 6841810 w 12192000"/>
              <a:gd name="connsiteY67" fmla="*/ 2527594 h 6858000"/>
              <a:gd name="connsiteX68" fmla="*/ 7018080 w 12192000"/>
              <a:gd name="connsiteY68" fmla="*/ 2526249 h 6858000"/>
              <a:gd name="connsiteX69" fmla="*/ 7143217 w 12192000"/>
              <a:gd name="connsiteY69" fmla="*/ 2627573 h 6858000"/>
              <a:gd name="connsiteX70" fmla="*/ 7012697 w 12192000"/>
              <a:gd name="connsiteY70" fmla="*/ 2649094 h 6858000"/>
              <a:gd name="connsiteX71" fmla="*/ 6859752 w 12192000"/>
              <a:gd name="connsiteY71" fmla="*/ 2632505 h 6858000"/>
              <a:gd name="connsiteX72" fmla="*/ 6529636 w 12192000"/>
              <a:gd name="connsiteY72" fmla="*/ 2637883 h 6858000"/>
              <a:gd name="connsiteX73" fmla="*/ 6340360 w 12192000"/>
              <a:gd name="connsiteY73" fmla="*/ 2657610 h 6858000"/>
              <a:gd name="connsiteX74" fmla="*/ 5905294 w 12192000"/>
              <a:gd name="connsiteY74" fmla="*/ 2623984 h 6858000"/>
              <a:gd name="connsiteX75" fmla="*/ 5930860 w 12192000"/>
              <a:gd name="connsiteY75" fmla="*/ 2710066 h 6858000"/>
              <a:gd name="connsiteX76" fmla="*/ 5914710 w 12192000"/>
              <a:gd name="connsiteY76" fmla="*/ 2784935 h 6858000"/>
              <a:gd name="connsiteX77" fmla="*/ 5908433 w 12192000"/>
              <a:gd name="connsiteY77" fmla="*/ 2947683 h 6858000"/>
              <a:gd name="connsiteX78" fmla="*/ 5912470 w 12192000"/>
              <a:gd name="connsiteY78" fmla="*/ 2974134 h 6858000"/>
              <a:gd name="connsiteX79" fmla="*/ 5815141 w 12192000"/>
              <a:gd name="connsiteY79" fmla="*/ 2991171 h 6858000"/>
              <a:gd name="connsiteX80" fmla="*/ 6395082 w 12192000"/>
              <a:gd name="connsiteY80" fmla="*/ 3329661 h 6858000"/>
              <a:gd name="connsiteX81" fmla="*/ 6007557 w 12192000"/>
              <a:gd name="connsiteY81" fmla="*/ 3243581 h 6858000"/>
              <a:gd name="connsiteX82" fmla="*/ 5955079 w 12192000"/>
              <a:gd name="connsiteY82" fmla="*/ 3385704 h 6858000"/>
              <a:gd name="connsiteX83" fmla="*/ 6137180 w 12192000"/>
              <a:gd name="connsiteY83" fmla="*/ 3512133 h 6858000"/>
              <a:gd name="connsiteX84" fmla="*/ 6204457 w 12192000"/>
              <a:gd name="connsiteY84" fmla="*/ 3762302 h 6858000"/>
              <a:gd name="connsiteX85" fmla="*/ 6171716 w 12192000"/>
              <a:gd name="connsiteY85" fmla="*/ 3990952 h 6858000"/>
              <a:gd name="connsiteX86" fmla="*/ 6093674 w 12192000"/>
              <a:gd name="connsiteY86" fmla="*/ 4063580 h 6858000"/>
              <a:gd name="connsiteX87" fmla="*/ 5980645 w 12192000"/>
              <a:gd name="connsiteY87" fmla="*/ 4194045 h 6858000"/>
              <a:gd name="connsiteX88" fmla="*/ 5910676 w 12192000"/>
              <a:gd name="connsiteY88" fmla="*/ 4274743 h 6858000"/>
              <a:gd name="connsiteX89" fmla="*/ 5667577 w 12192000"/>
              <a:gd name="connsiteY89" fmla="*/ 4243362 h 6858000"/>
              <a:gd name="connsiteX90" fmla="*/ 5991859 w 12192000"/>
              <a:gd name="connsiteY90" fmla="*/ 4448252 h 6858000"/>
              <a:gd name="connsiteX91" fmla="*/ 5729024 w 12192000"/>
              <a:gd name="connsiteY91" fmla="*/ 4422695 h 6858000"/>
              <a:gd name="connsiteX92" fmla="*/ 5643357 w 12192000"/>
              <a:gd name="connsiteY92" fmla="*/ 4437041 h 6858000"/>
              <a:gd name="connsiteX93" fmla="*/ 5692243 w 12192000"/>
              <a:gd name="connsiteY93" fmla="*/ 4503395 h 6858000"/>
              <a:gd name="connsiteX94" fmla="*/ 5885111 w 12192000"/>
              <a:gd name="connsiteY94" fmla="*/ 4615926 h 6858000"/>
              <a:gd name="connsiteX95" fmla="*/ 6282503 w 12192000"/>
              <a:gd name="connsiteY95" fmla="*/ 4920793 h 6858000"/>
              <a:gd name="connsiteX96" fmla="*/ 5897668 w 12192000"/>
              <a:gd name="connsiteY96" fmla="*/ 4780915 h 6858000"/>
              <a:gd name="connsiteX97" fmla="*/ 6303132 w 12192000"/>
              <a:gd name="connsiteY97" fmla="*/ 5094297 h 6858000"/>
              <a:gd name="connsiteX98" fmla="*/ 6393287 w 12192000"/>
              <a:gd name="connsiteY98" fmla="*/ 5198310 h 6858000"/>
              <a:gd name="connsiteX99" fmla="*/ 6575386 w 12192000"/>
              <a:gd name="connsiteY99" fmla="*/ 5456548 h 6858000"/>
              <a:gd name="connsiteX100" fmla="*/ 6566415 w 12192000"/>
              <a:gd name="connsiteY100" fmla="*/ 5485690 h 6858000"/>
              <a:gd name="connsiteX101" fmla="*/ 6356059 w 12192000"/>
              <a:gd name="connsiteY101" fmla="*/ 5443995 h 6858000"/>
              <a:gd name="connsiteX102" fmla="*/ 6628762 w 12192000"/>
              <a:gd name="connsiteY102" fmla="*/ 5660990 h 6858000"/>
              <a:gd name="connsiteX103" fmla="*/ 6910436 w 12192000"/>
              <a:gd name="connsiteY103" fmla="*/ 5827767 h 6858000"/>
              <a:gd name="connsiteX104" fmla="*/ 6710393 w 12192000"/>
              <a:gd name="connsiteY104" fmla="*/ 5802214 h 6858000"/>
              <a:gd name="connsiteX105" fmla="*/ 6435448 w 12192000"/>
              <a:gd name="connsiteY105" fmla="*/ 5706719 h 6858000"/>
              <a:gd name="connsiteX106" fmla="*/ 6339913 w 12192000"/>
              <a:gd name="connsiteY106" fmla="*/ 5742586 h 6858000"/>
              <a:gd name="connsiteX107" fmla="*/ 6600503 w 12192000"/>
              <a:gd name="connsiteY107" fmla="*/ 5900398 h 6858000"/>
              <a:gd name="connsiteX108" fmla="*/ 6749863 w 12192000"/>
              <a:gd name="connsiteY108" fmla="*/ 5973478 h 6858000"/>
              <a:gd name="connsiteX109" fmla="*/ 6809515 w 12192000"/>
              <a:gd name="connsiteY109" fmla="*/ 6029519 h 6858000"/>
              <a:gd name="connsiteX110" fmla="*/ 6979954 w 12192000"/>
              <a:gd name="connsiteY110" fmla="*/ 6229474 h 6858000"/>
              <a:gd name="connsiteX111" fmla="*/ 7480509 w 12192000"/>
              <a:gd name="connsiteY111" fmla="*/ 6447812 h 6858000"/>
              <a:gd name="connsiteX112" fmla="*/ 7948764 w 12192000"/>
              <a:gd name="connsiteY112" fmla="*/ 6719056 h 6858000"/>
              <a:gd name="connsiteX113" fmla="*/ 8221244 w 12192000"/>
              <a:gd name="connsiteY113" fmla="*/ 6848868 h 6858000"/>
              <a:gd name="connsiteX114" fmla="*/ 8242921 w 12192000"/>
              <a:gd name="connsiteY114" fmla="*/ 6858000 h 6858000"/>
              <a:gd name="connsiteX115" fmla="*/ 0 w 12192000"/>
              <a:gd name="connsiteY11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0976177" y="6858000"/>
                </a:lnTo>
                <a:lnTo>
                  <a:pt x="10997120" y="6851980"/>
                </a:lnTo>
                <a:cubicBezTo>
                  <a:pt x="11372760" y="6734361"/>
                  <a:pt x="11757137" y="6563389"/>
                  <a:pt x="12094512" y="6315404"/>
                </a:cubicBezTo>
                <a:lnTo>
                  <a:pt x="12191999" y="6239611"/>
                </a:lnTo>
                <a:lnTo>
                  <a:pt x="12191999" y="1104399"/>
                </a:lnTo>
                <a:lnTo>
                  <a:pt x="11979198" y="1051011"/>
                </a:lnTo>
                <a:cubicBezTo>
                  <a:pt x="11902836" y="1030275"/>
                  <a:pt x="11824681" y="1008195"/>
                  <a:pt x="11742378" y="986227"/>
                </a:cubicBezTo>
                <a:cubicBezTo>
                  <a:pt x="11843295" y="875936"/>
                  <a:pt x="12022257" y="888939"/>
                  <a:pt x="12063968" y="729780"/>
                </a:cubicBezTo>
                <a:cubicBezTo>
                  <a:pt x="11901155" y="688534"/>
                  <a:pt x="11729822" y="735611"/>
                  <a:pt x="11572835" y="670151"/>
                </a:cubicBezTo>
                <a:cubicBezTo>
                  <a:pt x="11559381" y="664325"/>
                  <a:pt x="11540990" y="670151"/>
                  <a:pt x="11524844" y="671946"/>
                </a:cubicBezTo>
                <a:cubicBezTo>
                  <a:pt x="11201459" y="706916"/>
                  <a:pt x="10879418" y="676432"/>
                  <a:pt x="10560518" y="632492"/>
                </a:cubicBezTo>
                <a:cubicBezTo>
                  <a:pt x="10101230" y="569728"/>
                  <a:pt x="9640146" y="529825"/>
                  <a:pt x="9178169" y="501577"/>
                </a:cubicBezTo>
                <a:cubicBezTo>
                  <a:pt x="8796475" y="478266"/>
                  <a:pt x="8413886" y="467955"/>
                  <a:pt x="8033984" y="423121"/>
                </a:cubicBezTo>
                <a:cubicBezTo>
                  <a:pt x="7627624" y="375150"/>
                  <a:pt x="7221712" y="320901"/>
                  <a:pt x="6815795" y="270688"/>
                </a:cubicBezTo>
                <a:cubicBezTo>
                  <a:pt x="6797407" y="268446"/>
                  <a:pt x="6777110" y="261384"/>
                  <a:pt x="6757489" y="260880"/>
                </a:cubicBezTo>
                <a:cubicBezTo>
                  <a:pt x="6737867" y="260376"/>
                  <a:pt x="6718916" y="266430"/>
                  <a:pt x="6703217" y="290416"/>
                </a:cubicBezTo>
                <a:cubicBezTo>
                  <a:pt x="6786642" y="353629"/>
                  <a:pt x="6892941" y="329867"/>
                  <a:pt x="7005521" y="401154"/>
                </a:cubicBezTo>
                <a:cubicBezTo>
                  <a:pt x="6822525" y="378735"/>
                  <a:pt x="6677649" y="360801"/>
                  <a:pt x="6532779" y="342871"/>
                </a:cubicBezTo>
                <a:cubicBezTo>
                  <a:pt x="6530087" y="355424"/>
                  <a:pt x="6527397" y="367976"/>
                  <a:pt x="6524704" y="380529"/>
                </a:cubicBezTo>
                <a:cubicBezTo>
                  <a:pt x="6709945" y="406980"/>
                  <a:pt x="6881280" y="475126"/>
                  <a:pt x="7061587" y="523098"/>
                </a:cubicBezTo>
                <a:cubicBezTo>
                  <a:pt x="7044990" y="552691"/>
                  <a:pt x="7028398" y="546862"/>
                  <a:pt x="7013594" y="545070"/>
                </a:cubicBezTo>
                <a:cubicBezTo>
                  <a:pt x="6917162" y="533412"/>
                  <a:pt x="6820730" y="521755"/>
                  <a:pt x="6728335" y="489924"/>
                </a:cubicBezTo>
                <a:cubicBezTo>
                  <a:pt x="6707702" y="482748"/>
                  <a:pt x="6682583" y="482748"/>
                  <a:pt x="6670923" y="504270"/>
                </a:cubicBezTo>
                <a:cubicBezTo>
                  <a:pt x="6654326" y="534757"/>
                  <a:pt x="6678097" y="554484"/>
                  <a:pt x="6699180" y="571069"/>
                </a:cubicBezTo>
                <a:cubicBezTo>
                  <a:pt x="6735959" y="599764"/>
                  <a:pt x="6780362" y="591695"/>
                  <a:pt x="6822972" y="597073"/>
                </a:cubicBezTo>
                <a:cubicBezTo>
                  <a:pt x="6936448" y="610972"/>
                  <a:pt x="6990720" y="654460"/>
                  <a:pt x="7015839" y="753992"/>
                </a:cubicBezTo>
                <a:cubicBezTo>
                  <a:pt x="6916264" y="713640"/>
                  <a:pt x="6820280" y="763407"/>
                  <a:pt x="6723848" y="735160"/>
                </a:cubicBezTo>
                <a:cubicBezTo>
                  <a:pt x="6698731" y="727988"/>
                  <a:pt x="6658813" y="738747"/>
                  <a:pt x="6672268" y="773268"/>
                </a:cubicBezTo>
                <a:cubicBezTo>
                  <a:pt x="6684828" y="805550"/>
                  <a:pt x="6726540" y="828861"/>
                  <a:pt x="6652532" y="822585"/>
                </a:cubicBezTo>
                <a:cubicBezTo>
                  <a:pt x="6599609" y="818101"/>
                  <a:pt x="6495999" y="854418"/>
                  <a:pt x="6539505" y="863382"/>
                </a:cubicBezTo>
                <a:cubicBezTo>
                  <a:pt x="6594225" y="874593"/>
                  <a:pt x="6647600" y="890733"/>
                  <a:pt x="6717122" y="909114"/>
                </a:cubicBezTo>
                <a:cubicBezTo>
                  <a:pt x="6640423" y="939151"/>
                  <a:pt x="6585254" y="932874"/>
                  <a:pt x="6527397" y="909114"/>
                </a:cubicBezTo>
                <a:cubicBezTo>
                  <a:pt x="6457427" y="880419"/>
                  <a:pt x="6366375" y="845451"/>
                  <a:pt x="6309411" y="877731"/>
                </a:cubicBezTo>
                <a:cubicBezTo>
                  <a:pt x="6224192" y="926151"/>
                  <a:pt x="6153325" y="895663"/>
                  <a:pt x="6077077" y="887593"/>
                </a:cubicBezTo>
                <a:lnTo>
                  <a:pt x="6076642" y="887537"/>
                </a:lnTo>
                <a:lnTo>
                  <a:pt x="6032390" y="898600"/>
                </a:lnTo>
                <a:cubicBezTo>
                  <a:pt x="6023409" y="901866"/>
                  <a:pt x="6017756" y="911989"/>
                  <a:pt x="6008536" y="914503"/>
                </a:cubicBezTo>
                <a:cubicBezTo>
                  <a:pt x="5987921" y="920125"/>
                  <a:pt x="5964038" y="912898"/>
                  <a:pt x="5944926" y="922454"/>
                </a:cubicBezTo>
                <a:cubicBezTo>
                  <a:pt x="5934324" y="927755"/>
                  <a:pt x="5934324" y="943657"/>
                  <a:pt x="5929023" y="954259"/>
                </a:cubicBezTo>
                <a:cubicBezTo>
                  <a:pt x="5933305" y="967105"/>
                  <a:pt x="5936344" y="975942"/>
                  <a:pt x="5938641" y="983356"/>
                </a:cubicBezTo>
                <a:lnTo>
                  <a:pt x="5941380" y="994243"/>
                </a:lnTo>
                <a:lnTo>
                  <a:pt x="6022639" y="1012399"/>
                </a:lnTo>
                <a:cubicBezTo>
                  <a:pt x="6231931" y="1059643"/>
                  <a:pt x="6435672" y="1112210"/>
                  <a:pt x="6620687" y="1222947"/>
                </a:cubicBezTo>
                <a:cubicBezTo>
                  <a:pt x="6604990" y="1244018"/>
                  <a:pt x="6525153" y="1304094"/>
                  <a:pt x="6557895" y="1308577"/>
                </a:cubicBezTo>
                <a:cubicBezTo>
                  <a:pt x="6649842" y="1321581"/>
                  <a:pt x="6731472" y="1365517"/>
                  <a:pt x="6815348" y="1401831"/>
                </a:cubicBezTo>
                <a:cubicBezTo>
                  <a:pt x="6851679" y="1417523"/>
                  <a:pt x="6895633" y="1438147"/>
                  <a:pt x="6878591" y="1494187"/>
                </a:cubicBezTo>
                <a:cubicBezTo>
                  <a:pt x="6847640" y="1509878"/>
                  <a:pt x="6824766" y="1487911"/>
                  <a:pt x="6799202" y="1486118"/>
                </a:cubicBezTo>
                <a:cubicBezTo>
                  <a:pt x="6773186" y="1484326"/>
                  <a:pt x="6714877" y="1495981"/>
                  <a:pt x="6731027" y="1503602"/>
                </a:cubicBezTo>
                <a:cubicBezTo>
                  <a:pt x="6804583" y="1538124"/>
                  <a:pt x="6672268" y="1621067"/>
                  <a:pt x="6759282" y="1621067"/>
                </a:cubicBezTo>
                <a:cubicBezTo>
                  <a:pt x="6905053" y="1621514"/>
                  <a:pt x="6982647" y="1768566"/>
                  <a:pt x="7123035" y="1772603"/>
                </a:cubicBezTo>
                <a:cubicBezTo>
                  <a:pt x="7145459" y="1773049"/>
                  <a:pt x="7156224" y="1799053"/>
                  <a:pt x="7155777" y="1821919"/>
                </a:cubicBezTo>
                <a:cubicBezTo>
                  <a:pt x="7155777" y="1849268"/>
                  <a:pt x="7135144" y="1854199"/>
                  <a:pt x="7112270" y="1856890"/>
                </a:cubicBezTo>
                <a:cubicBezTo>
                  <a:pt x="7077284" y="1860923"/>
                  <a:pt x="7040954" y="1821919"/>
                  <a:pt x="6994755" y="1874821"/>
                </a:cubicBezTo>
                <a:cubicBezTo>
                  <a:pt x="7077735" y="1905755"/>
                  <a:pt x="7160709" y="1936693"/>
                  <a:pt x="7159364" y="2042948"/>
                </a:cubicBezTo>
                <a:cubicBezTo>
                  <a:pt x="7158916" y="2071638"/>
                  <a:pt x="7193452" y="2082399"/>
                  <a:pt x="7219467" y="2089573"/>
                </a:cubicBezTo>
                <a:cubicBezTo>
                  <a:pt x="7262526" y="2101231"/>
                  <a:pt x="7298853" y="2121854"/>
                  <a:pt x="7322179" y="2161756"/>
                </a:cubicBezTo>
                <a:cubicBezTo>
                  <a:pt x="7321730" y="2169378"/>
                  <a:pt x="7321281" y="2177446"/>
                  <a:pt x="7323974" y="2183724"/>
                </a:cubicBezTo>
                <a:cubicBezTo>
                  <a:pt x="7316349" y="2280115"/>
                  <a:pt x="7253555" y="2277424"/>
                  <a:pt x="7184034" y="2261285"/>
                </a:cubicBezTo>
                <a:cubicBezTo>
                  <a:pt x="7101058" y="2241558"/>
                  <a:pt x="7018978" y="2205691"/>
                  <a:pt x="6931516" y="2240212"/>
                </a:cubicBezTo>
                <a:cubicBezTo>
                  <a:pt x="7054861" y="2286391"/>
                  <a:pt x="7188967" y="2289976"/>
                  <a:pt x="7304686" y="2355883"/>
                </a:cubicBezTo>
                <a:cubicBezTo>
                  <a:pt x="6881280" y="2367989"/>
                  <a:pt x="6507211" y="2159959"/>
                  <a:pt x="6096813" y="2080160"/>
                </a:cubicBezTo>
                <a:cubicBezTo>
                  <a:pt x="6110718" y="2133508"/>
                  <a:pt x="6143907" y="2144268"/>
                  <a:pt x="6173959" y="2152340"/>
                </a:cubicBezTo>
                <a:cubicBezTo>
                  <a:pt x="6325561" y="2192691"/>
                  <a:pt x="6458320" y="2272943"/>
                  <a:pt x="6596469" y="2342432"/>
                </a:cubicBezTo>
                <a:cubicBezTo>
                  <a:pt x="6653429" y="2371125"/>
                  <a:pt x="6694695" y="2399820"/>
                  <a:pt x="6716224" y="2461690"/>
                </a:cubicBezTo>
                <a:cubicBezTo>
                  <a:pt x="6735511" y="2517732"/>
                  <a:pt x="6772739" y="2543736"/>
                  <a:pt x="6841810" y="2527594"/>
                </a:cubicBezTo>
                <a:cubicBezTo>
                  <a:pt x="6897875" y="2514144"/>
                  <a:pt x="6959322" y="2521317"/>
                  <a:pt x="7018080" y="2526249"/>
                </a:cubicBezTo>
                <a:cubicBezTo>
                  <a:pt x="7085808" y="2531629"/>
                  <a:pt x="7161607" y="2594845"/>
                  <a:pt x="7143217" y="2627573"/>
                </a:cubicBezTo>
                <a:cubicBezTo>
                  <a:pt x="7111823" y="2683166"/>
                  <a:pt x="7059345" y="2655370"/>
                  <a:pt x="7012697" y="2649094"/>
                </a:cubicBezTo>
                <a:cubicBezTo>
                  <a:pt x="6959771" y="2641473"/>
                  <a:pt x="6861547" y="2625779"/>
                  <a:pt x="6859752" y="2632505"/>
                </a:cubicBezTo>
                <a:cubicBezTo>
                  <a:pt x="6825212" y="2771936"/>
                  <a:pt x="6582114" y="2650439"/>
                  <a:pt x="6529636" y="2637883"/>
                </a:cubicBezTo>
                <a:cubicBezTo>
                  <a:pt x="6464154" y="2622192"/>
                  <a:pt x="6402705" y="2650887"/>
                  <a:pt x="6340360" y="2657610"/>
                </a:cubicBezTo>
                <a:cubicBezTo>
                  <a:pt x="6284743" y="2663887"/>
                  <a:pt x="5970330" y="2683166"/>
                  <a:pt x="5905294" y="2623984"/>
                </a:cubicBezTo>
                <a:cubicBezTo>
                  <a:pt x="5896322" y="2670163"/>
                  <a:pt x="5915159" y="2688993"/>
                  <a:pt x="5930860" y="2710066"/>
                </a:cubicBezTo>
                <a:cubicBezTo>
                  <a:pt x="5952838" y="2740102"/>
                  <a:pt x="5956426" y="2761175"/>
                  <a:pt x="5914710" y="2784935"/>
                </a:cubicBezTo>
                <a:cubicBezTo>
                  <a:pt x="5795853" y="2853086"/>
                  <a:pt x="5797649" y="2855325"/>
                  <a:pt x="5908433" y="2947683"/>
                </a:cubicBezTo>
                <a:cubicBezTo>
                  <a:pt x="5913818" y="2951715"/>
                  <a:pt x="5911572" y="2965167"/>
                  <a:pt x="5912470" y="2974134"/>
                </a:cubicBezTo>
                <a:cubicBezTo>
                  <a:pt x="5883316" y="2988480"/>
                  <a:pt x="5849228" y="2952613"/>
                  <a:pt x="5815141" y="2991171"/>
                </a:cubicBezTo>
                <a:cubicBezTo>
                  <a:pt x="5963601" y="3160638"/>
                  <a:pt x="6190105" y="3202332"/>
                  <a:pt x="6395082" y="3329661"/>
                </a:cubicBezTo>
                <a:cubicBezTo>
                  <a:pt x="6229127" y="3371803"/>
                  <a:pt x="6129555" y="3224751"/>
                  <a:pt x="6007557" y="3243581"/>
                </a:cubicBezTo>
                <a:cubicBezTo>
                  <a:pt x="5946560" y="3289760"/>
                  <a:pt x="6127760" y="3363734"/>
                  <a:pt x="5955079" y="3385704"/>
                </a:cubicBezTo>
                <a:cubicBezTo>
                  <a:pt x="6029985" y="3426052"/>
                  <a:pt x="6085601" y="3465503"/>
                  <a:pt x="6137180" y="3512133"/>
                </a:cubicBezTo>
                <a:cubicBezTo>
                  <a:pt x="6229127" y="3595522"/>
                  <a:pt x="6247069" y="3650219"/>
                  <a:pt x="6204457" y="3762302"/>
                </a:cubicBezTo>
                <a:cubicBezTo>
                  <a:pt x="6176648" y="3835828"/>
                  <a:pt x="6135833" y="3903528"/>
                  <a:pt x="6171716" y="3990952"/>
                </a:cubicBezTo>
                <a:cubicBezTo>
                  <a:pt x="6196832" y="4051028"/>
                  <a:pt x="6186964" y="4090479"/>
                  <a:pt x="6093674" y="4063580"/>
                </a:cubicBezTo>
                <a:cubicBezTo>
                  <a:pt x="5993205" y="4034885"/>
                  <a:pt x="5955530" y="4088685"/>
                  <a:pt x="5980645" y="4194045"/>
                </a:cubicBezTo>
                <a:cubicBezTo>
                  <a:pt x="5996791" y="4261744"/>
                  <a:pt x="5979747" y="4282366"/>
                  <a:pt x="5910676" y="4274743"/>
                </a:cubicBezTo>
                <a:cubicBezTo>
                  <a:pt x="5834426" y="4266226"/>
                  <a:pt x="5761765" y="4221841"/>
                  <a:pt x="5667577" y="4243362"/>
                </a:cubicBezTo>
                <a:cubicBezTo>
                  <a:pt x="5742928" y="4366207"/>
                  <a:pt x="5903948" y="4331236"/>
                  <a:pt x="5991859" y="4448252"/>
                </a:cubicBezTo>
                <a:cubicBezTo>
                  <a:pt x="5886904" y="4448697"/>
                  <a:pt x="5806617" y="4448252"/>
                  <a:pt x="5729024" y="4422695"/>
                </a:cubicBezTo>
                <a:cubicBezTo>
                  <a:pt x="5696728" y="4412381"/>
                  <a:pt x="5661295" y="4401625"/>
                  <a:pt x="5643357" y="4437041"/>
                </a:cubicBezTo>
                <a:cubicBezTo>
                  <a:pt x="5622274" y="4479633"/>
                  <a:pt x="5665781" y="4495772"/>
                  <a:pt x="5692243" y="4503395"/>
                </a:cubicBezTo>
                <a:cubicBezTo>
                  <a:pt x="5766702" y="4524914"/>
                  <a:pt x="5823661" y="4576025"/>
                  <a:pt x="5885111" y="4615926"/>
                </a:cubicBezTo>
                <a:cubicBezTo>
                  <a:pt x="6020115" y="4703353"/>
                  <a:pt x="6168129" y="4776430"/>
                  <a:pt x="6282503" y="4920793"/>
                </a:cubicBezTo>
                <a:cubicBezTo>
                  <a:pt x="6138526" y="4884029"/>
                  <a:pt x="6031329" y="4798399"/>
                  <a:pt x="5897668" y="4780915"/>
                </a:cubicBezTo>
                <a:cubicBezTo>
                  <a:pt x="6013387" y="4912275"/>
                  <a:pt x="6162296" y="4998804"/>
                  <a:pt x="6303132" y="5094297"/>
                </a:cubicBezTo>
                <a:cubicBezTo>
                  <a:pt x="6343501" y="5121199"/>
                  <a:pt x="6384317" y="5139580"/>
                  <a:pt x="6393287" y="5198310"/>
                </a:cubicBezTo>
                <a:cubicBezTo>
                  <a:pt x="6410780" y="5312186"/>
                  <a:pt x="6463257" y="5406336"/>
                  <a:pt x="6575386" y="5456548"/>
                </a:cubicBezTo>
                <a:cubicBezTo>
                  <a:pt x="6576284" y="5457000"/>
                  <a:pt x="6570007" y="5474037"/>
                  <a:pt x="6566415" y="5485690"/>
                </a:cubicBezTo>
                <a:cubicBezTo>
                  <a:pt x="6497793" y="5489279"/>
                  <a:pt x="6443521" y="5422027"/>
                  <a:pt x="6356059" y="5443995"/>
                </a:cubicBezTo>
                <a:cubicBezTo>
                  <a:pt x="6439934" y="5535454"/>
                  <a:pt x="6509903" y="5617502"/>
                  <a:pt x="6628762" y="5660990"/>
                </a:cubicBezTo>
                <a:cubicBezTo>
                  <a:pt x="6723848" y="5695511"/>
                  <a:pt x="6841363" y="5715686"/>
                  <a:pt x="6910436" y="5827767"/>
                </a:cubicBezTo>
                <a:cubicBezTo>
                  <a:pt x="6830149" y="5849739"/>
                  <a:pt x="6770494" y="5821942"/>
                  <a:pt x="6710393" y="5802214"/>
                </a:cubicBezTo>
                <a:cubicBezTo>
                  <a:pt x="6618446" y="5771728"/>
                  <a:pt x="6527397" y="5737208"/>
                  <a:pt x="6435448" y="5706719"/>
                </a:cubicBezTo>
                <a:cubicBezTo>
                  <a:pt x="6400463" y="5695062"/>
                  <a:pt x="6362338" y="5686991"/>
                  <a:pt x="6339913" y="5742586"/>
                </a:cubicBezTo>
                <a:cubicBezTo>
                  <a:pt x="6456978" y="5754244"/>
                  <a:pt x="6526948" y="5829564"/>
                  <a:pt x="6600503" y="5900398"/>
                </a:cubicBezTo>
                <a:cubicBezTo>
                  <a:pt x="6641770" y="5940299"/>
                  <a:pt x="6675410" y="5993652"/>
                  <a:pt x="6749863" y="5973478"/>
                </a:cubicBezTo>
                <a:cubicBezTo>
                  <a:pt x="6788885" y="5962718"/>
                  <a:pt x="6813554" y="5992754"/>
                  <a:pt x="6809515" y="6029519"/>
                </a:cubicBezTo>
                <a:cubicBezTo>
                  <a:pt x="6794715" y="6159089"/>
                  <a:pt x="6885766" y="6204369"/>
                  <a:pt x="6979954" y="6229474"/>
                </a:cubicBezTo>
                <a:cubicBezTo>
                  <a:pt x="7158469" y="6276549"/>
                  <a:pt x="7306929" y="6387287"/>
                  <a:pt x="7480509" y="6447812"/>
                </a:cubicBezTo>
                <a:cubicBezTo>
                  <a:pt x="7649154" y="6506545"/>
                  <a:pt x="7779672" y="6645975"/>
                  <a:pt x="7948764" y="6719056"/>
                </a:cubicBezTo>
                <a:cubicBezTo>
                  <a:pt x="8040603" y="6758733"/>
                  <a:pt x="8129409" y="6806985"/>
                  <a:pt x="8221244" y="6848868"/>
                </a:cubicBezTo>
                <a:lnTo>
                  <a:pt x="824292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719E11-07D6-7AB6-67D7-10A3D09C2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720524"/>
          </a:xfrm>
        </p:spPr>
        <p:txBody>
          <a:bodyPr>
            <a:normAutofit/>
          </a:bodyPr>
          <a:lstStyle/>
          <a:p>
            <a:r>
              <a:rPr lang="en-US"/>
              <a:t>Exploratory Data Analysis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26024E5-8F6F-51E2-8B4B-739071D907E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2265037"/>
            <a:ext cx="5234271" cy="391192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Age Demographics: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The age distribution of the students is positively skewed.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Primary Age Range: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The vast majority of students fall within the 15 to 18 age range.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Subject Correlation: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Students who achieve high final marks (G3) in Mathematics generally tend to perform well in Portuguese.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Relationship Strength: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A correlation value of approximately 0.50 indicates a moderate positive relationship between the two subjects.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BFD8F6-2407-E04D-1CDE-654737231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5292" y="402763"/>
            <a:ext cx="4028645" cy="3051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C158BCB-A3D3-D4E6-D116-C01586E0CA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0673" y="3528027"/>
            <a:ext cx="4320605" cy="2927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287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85F55C16-BC21-49EF-A4FF-C3155BB93B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6F99D3-E758-D25C-FCDD-30FD85256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8400" y="365125"/>
            <a:ext cx="5105398" cy="1952744"/>
          </a:xfrm>
        </p:spPr>
        <p:txBody>
          <a:bodyPr>
            <a:normAutofit/>
          </a:bodyPr>
          <a:lstStyle/>
          <a:p>
            <a:r>
              <a:rPr lang="en-US"/>
              <a:t>Predicting Performance (Supervised Learning)</a:t>
            </a: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0C5F069E-AFE6-4825-8945-46F2918A5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6116569" cy="6858000"/>
          </a:xfrm>
          <a:custGeom>
            <a:avLst/>
            <a:gdLst>
              <a:gd name="connsiteX0" fmla="*/ 0 w 6116569"/>
              <a:gd name="connsiteY0" fmla="*/ 0 h 6879321"/>
              <a:gd name="connsiteX1" fmla="*/ 2935851 w 6116569"/>
              <a:gd name="connsiteY1" fmla="*/ 0 h 6879321"/>
              <a:gd name="connsiteX2" fmla="*/ 3238280 w 6116569"/>
              <a:gd name="connsiteY2" fmla="*/ 31980 h 6879321"/>
              <a:gd name="connsiteX3" fmla="*/ 3660541 w 6116569"/>
              <a:gd name="connsiteY3" fmla="*/ 550772 h 6879321"/>
              <a:gd name="connsiteX4" fmla="*/ 3808902 w 6116569"/>
              <a:gd name="connsiteY4" fmla="*/ 589860 h 6879321"/>
              <a:gd name="connsiteX5" fmla="*/ 4413762 w 6116569"/>
              <a:gd name="connsiteY5" fmla="*/ 625393 h 6879321"/>
              <a:gd name="connsiteX6" fmla="*/ 4567830 w 6116569"/>
              <a:gd name="connsiteY6" fmla="*/ 721333 h 6879321"/>
              <a:gd name="connsiteX7" fmla="*/ 4171247 w 6116569"/>
              <a:gd name="connsiteY7" fmla="*/ 792401 h 6879321"/>
              <a:gd name="connsiteX8" fmla="*/ 4376671 w 6116569"/>
              <a:gd name="connsiteY8" fmla="*/ 842148 h 6879321"/>
              <a:gd name="connsiteX9" fmla="*/ 4527887 w 6116569"/>
              <a:gd name="connsiteY9" fmla="*/ 813722 h 6879321"/>
              <a:gd name="connsiteX10" fmla="*/ 4633452 w 6116569"/>
              <a:gd name="connsiteY10" fmla="*/ 799508 h 6879321"/>
              <a:gd name="connsiteX11" fmla="*/ 4947293 w 6116569"/>
              <a:gd name="connsiteY11" fmla="*/ 870576 h 6879321"/>
              <a:gd name="connsiteX12" fmla="*/ 5263988 w 6116569"/>
              <a:gd name="connsiteY12" fmla="*/ 820828 h 6879321"/>
              <a:gd name="connsiteX13" fmla="*/ 5249723 w 6116569"/>
              <a:gd name="connsiteY13" fmla="*/ 895449 h 6879321"/>
              <a:gd name="connsiteX14" fmla="*/ 4744723 w 6116569"/>
              <a:gd name="connsiteY14" fmla="*/ 1197485 h 6879321"/>
              <a:gd name="connsiteX15" fmla="*/ 4767548 w 6116569"/>
              <a:gd name="connsiteY15" fmla="*/ 1346727 h 6879321"/>
              <a:gd name="connsiteX16" fmla="*/ 4539299 w 6116569"/>
              <a:gd name="connsiteY16" fmla="*/ 1421348 h 6879321"/>
              <a:gd name="connsiteX17" fmla="*/ 4607773 w 6116569"/>
              <a:gd name="connsiteY17" fmla="*/ 1485309 h 6879321"/>
              <a:gd name="connsiteX18" fmla="*/ 4579242 w 6116569"/>
              <a:gd name="connsiteY18" fmla="*/ 1535055 h 6879321"/>
              <a:gd name="connsiteX19" fmla="*/ 5278255 w 6116569"/>
              <a:gd name="connsiteY19" fmla="*/ 1609676 h 6879321"/>
              <a:gd name="connsiteX20" fmla="*/ 5771843 w 6116569"/>
              <a:gd name="connsiteY20" fmla="*/ 1630997 h 6879321"/>
              <a:gd name="connsiteX21" fmla="*/ 6105656 w 6116569"/>
              <a:gd name="connsiteY21" fmla="*/ 1748257 h 6879321"/>
              <a:gd name="connsiteX22" fmla="*/ 5691955 w 6116569"/>
              <a:gd name="connsiteY22" fmla="*/ 2167555 h 6879321"/>
              <a:gd name="connsiteX23" fmla="*/ 5475118 w 6116569"/>
              <a:gd name="connsiteY23" fmla="*/ 2348776 h 6879321"/>
              <a:gd name="connsiteX24" fmla="*/ 5826051 w 6116569"/>
              <a:gd name="connsiteY24" fmla="*/ 2291922 h 6879321"/>
              <a:gd name="connsiteX25" fmla="*/ 5552153 w 6116569"/>
              <a:gd name="connsiteY25" fmla="*/ 2597513 h 6879321"/>
              <a:gd name="connsiteX26" fmla="*/ 5603508 w 6116569"/>
              <a:gd name="connsiteY26" fmla="*/ 2647260 h 6879321"/>
              <a:gd name="connsiteX27" fmla="*/ 5700515 w 6116569"/>
              <a:gd name="connsiteY27" fmla="*/ 2679240 h 6879321"/>
              <a:gd name="connsiteX28" fmla="*/ 5246870 w 6116569"/>
              <a:gd name="connsiteY28" fmla="*/ 2888889 h 6879321"/>
              <a:gd name="connsiteX29" fmla="*/ 4836022 w 6116569"/>
              <a:gd name="connsiteY29" fmla="*/ 3169605 h 6879321"/>
              <a:gd name="connsiteX30" fmla="*/ 4736163 w 6116569"/>
              <a:gd name="connsiteY30" fmla="*/ 3233565 h 6879321"/>
              <a:gd name="connsiteX31" fmla="*/ 4853141 w 6116569"/>
              <a:gd name="connsiteY31" fmla="*/ 3233565 h 6879321"/>
              <a:gd name="connsiteX32" fmla="*/ 4944440 w 6116569"/>
              <a:gd name="connsiteY32" fmla="*/ 3226459 h 6879321"/>
              <a:gd name="connsiteX33" fmla="*/ 5109921 w 6116569"/>
              <a:gd name="connsiteY33" fmla="*/ 3283313 h 6879321"/>
              <a:gd name="connsiteX34" fmla="*/ 5694809 w 6116569"/>
              <a:gd name="connsiteY34" fmla="*/ 3141178 h 6879321"/>
              <a:gd name="connsiteX35" fmla="*/ 5566419 w 6116569"/>
              <a:gd name="connsiteY35" fmla="*/ 3301079 h 6879321"/>
              <a:gd name="connsiteX36" fmla="*/ 5415203 w 6116569"/>
              <a:gd name="connsiteY36" fmla="*/ 3397020 h 6879321"/>
              <a:gd name="connsiteX37" fmla="*/ 5612068 w 6116569"/>
              <a:gd name="connsiteY37" fmla="*/ 3432554 h 6879321"/>
              <a:gd name="connsiteX38" fmla="*/ 5206927 w 6116569"/>
              <a:gd name="connsiteY38" fmla="*/ 3599562 h 6879321"/>
              <a:gd name="connsiteX39" fmla="*/ 5301079 w 6116569"/>
              <a:gd name="connsiteY39" fmla="*/ 3723930 h 6879321"/>
              <a:gd name="connsiteX40" fmla="*/ 4507915 w 6116569"/>
              <a:gd name="connsiteY40" fmla="*/ 4306683 h 6879321"/>
              <a:gd name="connsiteX41" fmla="*/ 3982942 w 6116569"/>
              <a:gd name="connsiteY41" fmla="*/ 4587399 h 6879321"/>
              <a:gd name="connsiteX42" fmla="*/ 4185513 w 6116569"/>
              <a:gd name="connsiteY42" fmla="*/ 4541205 h 6879321"/>
              <a:gd name="connsiteX43" fmla="*/ 5212633 w 6116569"/>
              <a:gd name="connsiteY43" fmla="*/ 4455924 h 6879321"/>
              <a:gd name="connsiteX44" fmla="*/ 5312492 w 6116569"/>
              <a:gd name="connsiteY44" fmla="*/ 4473691 h 6879321"/>
              <a:gd name="connsiteX45" fmla="*/ 4596361 w 6116569"/>
              <a:gd name="connsiteY45" fmla="*/ 4818368 h 6879321"/>
              <a:gd name="connsiteX46" fmla="*/ 4873113 w 6116569"/>
              <a:gd name="connsiteY46" fmla="*/ 4885882 h 6879321"/>
              <a:gd name="connsiteX47" fmla="*/ 4935881 w 6116569"/>
              <a:gd name="connsiteY47" fmla="*/ 4914309 h 6879321"/>
              <a:gd name="connsiteX48" fmla="*/ 4873113 w 6116569"/>
              <a:gd name="connsiteY48" fmla="*/ 5003143 h 6879321"/>
              <a:gd name="connsiteX49" fmla="*/ 4721898 w 6116569"/>
              <a:gd name="connsiteY49" fmla="*/ 5095530 h 6879321"/>
              <a:gd name="connsiteX50" fmla="*/ 5132745 w 6116569"/>
              <a:gd name="connsiteY50" fmla="*/ 4949842 h 6879321"/>
              <a:gd name="connsiteX51" fmla="*/ 5101362 w 6116569"/>
              <a:gd name="connsiteY51" fmla="*/ 5081317 h 6879321"/>
              <a:gd name="connsiteX52" fmla="*/ 5138452 w 6116569"/>
              <a:gd name="connsiteY52" fmla="*/ 5198578 h 6879321"/>
              <a:gd name="connsiteX53" fmla="*/ 4904497 w 6116569"/>
              <a:gd name="connsiteY53" fmla="*/ 5362033 h 6879321"/>
              <a:gd name="connsiteX54" fmla="*/ 4579242 w 6116569"/>
              <a:gd name="connsiteY54" fmla="*/ 5674729 h 6879321"/>
              <a:gd name="connsiteX55" fmla="*/ 4253988 w 6116569"/>
              <a:gd name="connsiteY55" fmla="*/ 5884379 h 6879321"/>
              <a:gd name="connsiteX56" fmla="*/ 3985795 w 6116569"/>
              <a:gd name="connsiteY56" fmla="*/ 6069153 h 6879321"/>
              <a:gd name="connsiteX57" fmla="*/ 4231163 w 6116569"/>
              <a:gd name="connsiteY57" fmla="*/ 6030066 h 6879321"/>
              <a:gd name="connsiteX58" fmla="*/ 3814609 w 6116569"/>
              <a:gd name="connsiteY58" fmla="*/ 6317889 h 6879321"/>
              <a:gd name="connsiteX59" fmla="*/ 3751840 w 6116569"/>
              <a:gd name="connsiteY59" fmla="*/ 6339209 h 6879321"/>
              <a:gd name="connsiteX60" fmla="*/ 3089919 w 6116569"/>
              <a:gd name="connsiteY60" fmla="*/ 6563071 h 6879321"/>
              <a:gd name="connsiteX61" fmla="*/ 2961529 w 6116569"/>
              <a:gd name="connsiteY61" fmla="*/ 6662566 h 6879321"/>
              <a:gd name="connsiteX62" fmla="*/ 3107038 w 6116569"/>
              <a:gd name="connsiteY62" fmla="*/ 6673226 h 6879321"/>
              <a:gd name="connsiteX63" fmla="*/ 3594919 w 6116569"/>
              <a:gd name="connsiteY63" fmla="*/ 6591499 h 6879321"/>
              <a:gd name="connsiteX64" fmla="*/ 3261106 w 6116569"/>
              <a:gd name="connsiteY64" fmla="*/ 6726527 h 6879321"/>
              <a:gd name="connsiteX65" fmla="*/ 3620597 w 6116569"/>
              <a:gd name="connsiteY65" fmla="*/ 6740740 h 6879321"/>
              <a:gd name="connsiteX66" fmla="*/ 3703337 w 6116569"/>
              <a:gd name="connsiteY66" fmla="*/ 6826020 h 6879321"/>
              <a:gd name="connsiteX67" fmla="*/ 3689072 w 6116569"/>
              <a:gd name="connsiteY67" fmla="*/ 6879321 h 6879321"/>
              <a:gd name="connsiteX68" fmla="*/ 0 w 6116569"/>
              <a:gd name="connsiteY68" fmla="*/ 6879321 h 6879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</a:cxnLst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20" name="Graphic 19" descr="Statistics">
            <a:extLst>
              <a:ext uri="{FF2B5EF4-FFF2-40B4-BE49-F238E27FC236}">
                <a16:creationId xmlns:a16="http://schemas.microsoft.com/office/drawing/2014/main" id="{1B6640C8-28D2-62FB-9ED6-8B2D9C4F9B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1134" y="1918107"/>
            <a:ext cx="3195204" cy="319520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7F9E7-097F-A734-3CCC-2CAC88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400" y="2497257"/>
            <a:ext cx="5105398" cy="3679705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Google Sans Text"/>
              </a:rPr>
              <a:t>The dataset was split with 70% used for model training and 30% reserved for testing.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79301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51A0227-072A-4F5F-928C-E2C3E5CCD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2B680-CADD-A1AD-2291-8C5D22C9D36D}"/>
              </a:ext>
            </a:extLst>
          </p:cNvPr>
          <p:cNvSpPr txBox="1"/>
          <p:nvPr/>
        </p:nvSpPr>
        <p:spPr>
          <a:xfrm>
            <a:off x="630936" y="4440365"/>
            <a:ext cx="4245864" cy="17226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800" b="1">
                <a:latin typeface="+mj-lt"/>
                <a:ea typeface="+mj-ea"/>
                <a:cs typeface="+mj-cs"/>
              </a:rPr>
              <a:t>Predicting the Student Math’s Score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3CE329-656B-3CEE-1D96-C888B674EC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916" y="320040"/>
            <a:ext cx="4539920" cy="39270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0C354D-2D30-8853-8D4E-E77F6D4B6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86" y="320040"/>
            <a:ext cx="5397980" cy="3927031"/>
          </a:xfrm>
          <a:prstGeom prst="rect">
            <a:avLst/>
          </a:prstGeom>
        </p:spPr>
      </p:pic>
      <p:sp>
        <p:nvSpPr>
          <p:cNvPr id="16" name="sketchy line">
            <a:extLst>
              <a:ext uri="{FF2B5EF4-FFF2-40B4-BE49-F238E27FC236}">
                <a16:creationId xmlns:a16="http://schemas.microsoft.com/office/drawing/2014/main" id="{35D99776-4B38-47DF-A302-11AD9AF87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37304" y="529256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D64791D-C0D3-9253-E2E3-3070043E06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33999" y="4440365"/>
            <a:ext cx="6214871" cy="172269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fontAlgn="base">
              <a:spcBef>
                <a:spcPct val="0"/>
              </a:spcBef>
              <a:spcAft>
                <a:spcPts val="600"/>
              </a:spcAft>
            </a:pPr>
            <a:r>
              <a:rPr lang="en-US" sz="2200" dirty="0"/>
              <a:t>To forecast students' math scores, we are utilizing several models, with the resulting graphs shown below.</a:t>
            </a:r>
            <a:endParaRPr lang="en-US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903891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5EF17487-C386-4F99-B5EB-4FD3DF423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934892-EF0D-4A94-47D3-DFAE74DBB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6824" y="643467"/>
            <a:ext cx="4772975" cy="180052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100"/>
              <a:t>Predicting the Student Portuguese Score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FD4B20-B4F6-D26F-310B-485AAD3B94E6}"/>
              </a:ext>
            </a:extLst>
          </p:cNvPr>
          <p:cNvSpPr txBox="1"/>
          <p:nvPr/>
        </p:nvSpPr>
        <p:spPr>
          <a:xfrm>
            <a:off x="1246824" y="2623381"/>
            <a:ext cx="4772974" cy="3553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To forecast students' math scores, we are utilizing several models, with the resulting graphs shown below.</a:t>
            </a:r>
            <a:endParaRPr lang="en-US" altLang="en-US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F2B76B-B47C-1093-7C60-7EF120D039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2011" y="4236076"/>
            <a:ext cx="6789935" cy="2444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8F023E-9758-5CBF-4685-9D48813E3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2381" y="478039"/>
            <a:ext cx="4335484" cy="5782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867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014705-21C4-003C-BE6E-B9FD3701F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6522" y="591829"/>
            <a:ext cx="3939688" cy="5583126"/>
          </a:xfrm>
        </p:spPr>
        <p:txBody>
          <a:bodyPr>
            <a:normAutofit/>
          </a:bodyPr>
          <a:lstStyle/>
          <a:p>
            <a:r>
              <a:rPr lang="en-US" sz="5000"/>
              <a:t>Student Clustering (Unsupervised Learning)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raphic 12">
            <a:extLst>
              <a:ext uri="{FF2B5EF4-FFF2-40B4-BE49-F238E27FC236}">
                <a16:creationId xmlns:a16="http://schemas.microsoft.com/office/drawing/2014/main" id="{58BDB0EE-D238-415B-9ED8-62AA6AB2A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3111" y="591829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Graphic 11">
            <a:extLst>
              <a:ext uri="{FF2B5EF4-FFF2-40B4-BE49-F238E27FC236}">
                <a16:creationId xmlns:a16="http://schemas.microsoft.com/office/drawing/2014/main" id="{C5B55FC3-961D-4325-82F1-DE92B0D04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91891" y="821124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Graphic 13">
            <a:extLst>
              <a:ext uri="{FF2B5EF4-FFF2-40B4-BE49-F238E27FC236}">
                <a16:creationId xmlns:a16="http://schemas.microsoft.com/office/drawing/2014/main" id="{4C8AB332-D09E-4F28-943C-DABDD4716A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17571" y="1336268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aphicFrame>
        <p:nvGraphicFramePr>
          <p:cNvPr id="18" name="Rectangle 1">
            <a:extLst>
              <a:ext uri="{FF2B5EF4-FFF2-40B4-BE49-F238E27FC236}">
                <a16:creationId xmlns:a16="http://schemas.microsoft.com/office/drawing/2014/main" id="{23D9F19D-951B-2D6F-6803-176A9B6DCD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2115582"/>
              </p:ext>
            </p:extLst>
          </p:nvPr>
        </p:nvGraphicFramePr>
        <p:xfrm>
          <a:off x="5492710" y="671805"/>
          <a:ext cx="5861090" cy="5503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31304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7E5F50C2-D930-3E8E-EF9B-5D9755FE8CB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4311" b="1142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4B6F96-9734-69D0-C8A4-8185297F7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Conclusion &amp; Educational Impact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0C1A3990-FD26-7E55-F442-FA14FF7464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11163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85029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A134706B-150F-487B-B4FB-34C10219C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5FD23E7-C75D-4AFA-A4D4-BE5558110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Graphic 1">
            <a:extLst>
              <a:ext uri="{FF2B5EF4-FFF2-40B4-BE49-F238E27FC236}">
                <a16:creationId xmlns:a16="http://schemas.microsoft.com/office/drawing/2014/main" id="{D6705569-F545-4F47-A260-A9202826E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1969639" y="181596"/>
            <a:ext cx="8252722" cy="6022258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F1E1D1-DC17-2000-8AA3-07554212F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473" y="1998925"/>
            <a:ext cx="5541054" cy="214941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  <a:b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52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54574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515</Words>
  <Application>Microsoft Office PowerPoint</Application>
  <PresentationFormat>Widescreen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Google Sans Text</vt:lpstr>
      <vt:lpstr>Office Theme</vt:lpstr>
      <vt:lpstr>Intelligent Student Performance Analytics </vt:lpstr>
      <vt:lpstr>Introduction &amp; Objectives</vt:lpstr>
      <vt:lpstr>Dataset &amp; Preprocessing</vt:lpstr>
      <vt:lpstr>Exploratory Data Analysis</vt:lpstr>
      <vt:lpstr>Predicting Performance (Supervised Learning)</vt:lpstr>
      <vt:lpstr>PowerPoint Presentation</vt:lpstr>
      <vt:lpstr>Predicting the Student Portuguese Score</vt:lpstr>
      <vt:lpstr>Student Clustering (Unsupervised Learning)</vt:lpstr>
      <vt:lpstr>Conclusion &amp; Educational Impact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Danuka Dilshan</dc:creator>
  <cp:lastModifiedBy>Danuka Dilshan Rathnayaka</cp:lastModifiedBy>
  <cp:revision>5</cp:revision>
  <dcterms:created xsi:type="dcterms:W3CDTF">2026-03-31T12:00:27Z</dcterms:created>
  <dcterms:modified xsi:type="dcterms:W3CDTF">2026-03-31T18:10:31Z</dcterms:modified>
</cp:coreProperties>
</file>